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5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5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03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73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0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29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2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1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9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5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0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1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4" r:id="rId8"/>
    <p:sldLayoutId id="2147483711" r:id="rId9"/>
    <p:sldLayoutId id="2147483712" r:id="rId10"/>
    <p:sldLayoutId id="214748371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38811D-D2F5-B33C-5903-93593667CA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974" r="-1" b="13794"/>
          <a:stretch>
            <a:fillRect/>
          </a:stretch>
        </p:blipFill>
        <p:spPr>
          <a:xfrm>
            <a:off x="3048" y="10"/>
            <a:ext cx="12188952" cy="6856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329D06-CB60-58E1-5C0A-48AD89E15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744909"/>
            <a:ext cx="10190071" cy="31458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Creating Account with MongoDB Atlas</a:t>
            </a:r>
          </a:p>
        </p:txBody>
      </p:sp>
    </p:spTree>
    <p:extLst>
      <p:ext uri="{BB962C8B-B14F-4D97-AF65-F5344CB8AC3E}">
        <p14:creationId xmlns:p14="http://schemas.microsoft.com/office/powerpoint/2010/main" val="3367853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69E96A-1E35-A865-8506-C57219491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C8586FB-087E-1E74-4534-63CFB0E1EB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MongoDB is a </a:t>
            </a:r>
            <a:r>
              <a:rPr lang="en-US" b="1" dirty="0"/>
              <a:t>NoSQL database</a:t>
            </a:r>
            <a:r>
              <a:rPr lang="en-US" dirty="0"/>
              <a:t> that stores data in </a:t>
            </a:r>
            <a:r>
              <a:rPr lang="en-US" b="1" dirty="0"/>
              <a:t>documents (JSON-like)</a:t>
            </a:r>
            <a:r>
              <a:rPr lang="en-US" dirty="0"/>
              <a:t> instead of tables and rows.</a:t>
            </a:r>
          </a:p>
        </p:txBody>
      </p:sp>
    </p:spTree>
    <p:extLst>
      <p:ext uri="{BB962C8B-B14F-4D97-AF65-F5344CB8AC3E}">
        <p14:creationId xmlns:p14="http://schemas.microsoft.com/office/powerpoint/2010/main" val="1839751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C14B-023A-E067-CA6C-B5596C2BD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1A40D-316B-1121-6369-4B2D2CA3E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Account</a:t>
            </a:r>
          </a:p>
          <a:p>
            <a:r>
              <a:rPr lang="en-US" dirty="0"/>
              <a:t>Create a Cluster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357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1087-E1CC-9D55-0761-3CF5AAF4F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3E7D6-4C0F-6555-39FB-869CF8095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Database User</a:t>
            </a:r>
          </a:p>
          <a:p>
            <a:r>
              <a:rPr lang="en-US" dirty="0" err="1"/>
              <a:t>Username:Admin</a:t>
            </a:r>
            <a:endParaRPr lang="en-US" dirty="0"/>
          </a:p>
          <a:p>
            <a:r>
              <a:rPr lang="en-US" dirty="0" err="1"/>
              <a:t>Password:Strong</a:t>
            </a:r>
            <a:r>
              <a:rPr lang="en-US" dirty="0"/>
              <a:t> Password </a:t>
            </a:r>
          </a:p>
          <a:p>
            <a:r>
              <a:rPr lang="en-US" dirty="0"/>
              <a:t>“This is like database login credentials.”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9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45F5-3793-591D-A764-AB422671C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4BC-F2B2-43FB-250D-4CE266216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Access</a:t>
            </a:r>
          </a:p>
          <a:p>
            <a:r>
              <a:rPr lang="en-US" dirty="0"/>
              <a:t>Add IP Address</a:t>
            </a:r>
          </a:p>
          <a:p>
            <a:r>
              <a:rPr lang="en-US" dirty="0"/>
              <a:t>Allow access from anywhere </a:t>
            </a:r>
          </a:p>
          <a:p>
            <a:r>
              <a:rPr lang="en-US" dirty="0"/>
              <a:t>Get Connection String</a:t>
            </a:r>
          </a:p>
        </p:txBody>
      </p:sp>
    </p:spTree>
    <p:extLst>
      <p:ext uri="{BB962C8B-B14F-4D97-AF65-F5344CB8AC3E}">
        <p14:creationId xmlns:p14="http://schemas.microsoft.com/office/powerpoint/2010/main" val="2741641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5E43-3ADA-E502-5880-95CD98048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03C7C-5767-06B9-1756-69C1C7E79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360586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65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Avenir Next LT Pro</vt:lpstr>
      <vt:lpstr>AvenirNext LT Pro Medium</vt:lpstr>
      <vt:lpstr>Sabon Next LT</vt:lpstr>
      <vt:lpstr>DappledVTI</vt:lpstr>
      <vt:lpstr>Creating Account with MongoDB Atlas</vt:lpstr>
      <vt:lpstr>PowerPoint Presentation</vt:lpstr>
      <vt:lpstr>Step 1</vt:lpstr>
      <vt:lpstr>Step 2</vt:lpstr>
      <vt:lpstr>Step 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Rawal</dc:creator>
  <cp:lastModifiedBy>Adarsh Rawal</cp:lastModifiedBy>
  <cp:revision>3</cp:revision>
  <dcterms:created xsi:type="dcterms:W3CDTF">2025-12-14T12:54:55Z</dcterms:created>
  <dcterms:modified xsi:type="dcterms:W3CDTF">2025-12-14T13:08:54Z</dcterms:modified>
</cp:coreProperties>
</file>