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8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56632-27A6-4F84-875D-7A41D1E219A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8F0034-A3C4-4BF0-BE9D-5D38B8564F26}">
      <dgm:prSet/>
      <dgm:spPr/>
      <dgm:t>
        <a:bodyPr/>
        <a:lstStyle/>
        <a:p>
          <a:pPr>
            <a:defRPr cap="all"/>
          </a:pPr>
          <a:r>
            <a:rPr lang="en-US" b="1" i="0" baseline="0"/>
            <a:t>Purpose</a:t>
          </a:r>
          <a:r>
            <a:rPr lang="en-US" i="0" baseline="0"/>
            <a:t>: </a:t>
          </a:r>
          <a:r>
            <a:rPr lang="en-US"/>
            <a:t>Send data to the server to create a resource.</a:t>
          </a:r>
        </a:p>
      </dgm:t>
    </dgm:pt>
    <dgm:pt modelId="{883EA245-2473-4135-86BC-D85E4C9652CA}" type="parTrans" cxnId="{4991C4BF-6F1A-4571-A6CF-4DE618A16954}">
      <dgm:prSet/>
      <dgm:spPr/>
      <dgm:t>
        <a:bodyPr/>
        <a:lstStyle/>
        <a:p>
          <a:endParaRPr lang="en-US"/>
        </a:p>
      </dgm:t>
    </dgm:pt>
    <dgm:pt modelId="{2DC7589C-9E94-4314-B102-495429C84FE8}" type="sibTrans" cxnId="{4991C4BF-6F1A-4571-A6CF-4DE618A16954}">
      <dgm:prSet/>
      <dgm:spPr/>
      <dgm:t>
        <a:bodyPr/>
        <a:lstStyle/>
        <a:p>
          <a:endParaRPr lang="en-US"/>
        </a:p>
      </dgm:t>
    </dgm:pt>
    <dgm:pt modelId="{BC37D871-C548-49C1-A50C-BA275A9788E2}">
      <dgm:prSet/>
      <dgm:spPr/>
      <dgm:t>
        <a:bodyPr/>
        <a:lstStyle/>
        <a:p>
          <a:pPr>
            <a:defRPr cap="all"/>
          </a:pPr>
          <a:r>
            <a:rPr lang="en-US" b="1" i="0" baseline="0"/>
            <a:t>Body</a:t>
          </a:r>
          <a:r>
            <a:rPr lang="en-US" i="0" baseline="0"/>
            <a:t>:  </a:t>
          </a:r>
          <a:r>
            <a:rPr lang="en-US"/>
            <a:t>JSON or form data allowed</a:t>
          </a:r>
        </a:p>
      </dgm:t>
    </dgm:pt>
    <dgm:pt modelId="{E6D6657D-791F-4C79-88DA-F7FAFDFA6D4D}" type="parTrans" cxnId="{28371DD3-303F-48A6-9485-A27F1FCA0561}">
      <dgm:prSet/>
      <dgm:spPr/>
      <dgm:t>
        <a:bodyPr/>
        <a:lstStyle/>
        <a:p>
          <a:endParaRPr lang="en-US"/>
        </a:p>
      </dgm:t>
    </dgm:pt>
    <dgm:pt modelId="{E840562B-1233-4EE3-B1C7-35B2E89192B1}" type="sibTrans" cxnId="{28371DD3-303F-48A6-9485-A27F1FCA0561}">
      <dgm:prSet/>
      <dgm:spPr/>
      <dgm:t>
        <a:bodyPr/>
        <a:lstStyle/>
        <a:p>
          <a:endParaRPr lang="en-US"/>
        </a:p>
      </dgm:t>
    </dgm:pt>
    <dgm:pt modelId="{570EA969-4B3A-4F97-8788-CC8CBE99FC1B}">
      <dgm:prSet/>
      <dgm:spPr/>
      <dgm:t>
        <a:bodyPr/>
        <a:lstStyle/>
        <a:p>
          <a:pPr>
            <a:defRPr cap="all"/>
          </a:pPr>
          <a:r>
            <a:rPr lang="en-US" b="1" dirty="0"/>
            <a:t>Data location:</a:t>
          </a:r>
          <a:r>
            <a:rPr lang="en-US" dirty="0"/>
            <a:t> Request body (</a:t>
          </a:r>
          <a:r>
            <a:rPr lang="en-US" dirty="0" err="1"/>
            <a:t>req.body</a:t>
          </a:r>
          <a:r>
            <a:rPr lang="en-US" dirty="0"/>
            <a:t>)</a:t>
          </a:r>
        </a:p>
      </dgm:t>
    </dgm:pt>
    <dgm:pt modelId="{014FF03C-A0AF-4C19-A356-79443B6C861E}" type="parTrans" cxnId="{52D4F5B1-CF65-409D-B7F1-D285CFA90BA9}">
      <dgm:prSet/>
      <dgm:spPr/>
      <dgm:t>
        <a:bodyPr/>
        <a:lstStyle/>
        <a:p>
          <a:endParaRPr lang="en-US"/>
        </a:p>
      </dgm:t>
    </dgm:pt>
    <dgm:pt modelId="{3643C3FB-978F-436A-AD16-1E6DCA18F5C2}" type="sibTrans" cxnId="{52D4F5B1-CF65-409D-B7F1-D285CFA90BA9}">
      <dgm:prSet/>
      <dgm:spPr/>
      <dgm:t>
        <a:bodyPr/>
        <a:lstStyle/>
        <a:p>
          <a:endParaRPr lang="en-US"/>
        </a:p>
      </dgm:t>
    </dgm:pt>
    <dgm:pt modelId="{A441E344-778D-4C3B-9FE8-A8582674B794}">
      <dgm:prSet/>
      <dgm:spPr/>
      <dgm:t>
        <a:bodyPr/>
        <a:lstStyle/>
        <a:p>
          <a:pPr>
            <a:defRPr cap="all"/>
          </a:pPr>
          <a:r>
            <a:rPr lang="en-US" b="1" i="0" baseline="0"/>
            <a:t>When to use: </a:t>
          </a:r>
          <a:r>
            <a:rPr lang="en-US"/>
            <a:t>Register a new user</a:t>
          </a:r>
        </a:p>
      </dgm:t>
    </dgm:pt>
    <dgm:pt modelId="{FFB03E12-5C80-4F00-B9E3-5B69745F4F88}" type="parTrans" cxnId="{FCF736AB-7D42-421A-8E24-2A35B6DC2827}">
      <dgm:prSet/>
      <dgm:spPr/>
      <dgm:t>
        <a:bodyPr/>
        <a:lstStyle/>
        <a:p>
          <a:endParaRPr lang="en-US"/>
        </a:p>
      </dgm:t>
    </dgm:pt>
    <dgm:pt modelId="{2822C9A4-7F0F-47F9-AC9E-22462A1A7B71}" type="sibTrans" cxnId="{FCF736AB-7D42-421A-8E24-2A35B6DC2827}">
      <dgm:prSet/>
      <dgm:spPr/>
      <dgm:t>
        <a:bodyPr/>
        <a:lstStyle/>
        <a:p>
          <a:endParaRPr lang="en-US"/>
        </a:p>
      </dgm:t>
    </dgm:pt>
    <dgm:pt modelId="{9E4DE2D4-BE36-45B8-BE7E-2DEA4A35B999}" type="pres">
      <dgm:prSet presAssocID="{4A656632-27A6-4F84-875D-7A41D1E219AF}" presName="root" presStyleCnt="0">
        <dgm:presLayoutVars>
          <dgm:dir/>
          <dgm:resizeHandles val="exact"/>
        </dgm:presLayoutVars>
      </dgm:prSet>
      <dgm:spPr/>
    </dgm:pt>
    <dgm:pt modelId="{B03194D4-486F-4A4D-BBD0-6480BBF7CB54}" type="pres">
      <dgm:prSet presAssocID="{888F0034-A3C4-4BF0-BE9D-5D38B8564F26}" presName="compNode" presStyleCnt="0"/>
      <dgm:spPr/>
    </dgm:pt>
    <dgm:pt modelId="{4AA271BB-D067-42A7-91CC-F8BAD1A1C34D}" type="pres">
      <dgm:prSet presAssocID="{888F0034-A3C4-4BF0-BE9D-5D38B8564F2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29DFB2C-5F15-4F86-819A-3F9512541E1E}" type="pres">
      <dgm:prSet presAssocID="{888F0034-A3C4-4BF0-BE9D-5D38B8564F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30A3E3C-9265-4B9E-BDB4-7C74D33F0073}" type="pres">
      <dgm:prSet presAssocID="{888F0034-A3C4-4BF0-BE9D-5D38B8564F26}" presName="spaceRect" presStyleCnt="0"/>
      <dgm:spPr/>
    </dgm:pt>
    <dgm:pt modelId="{4AA9CF92-5D08-441E-B077-4DFAD20F37AD}" type="pres">
      <dgm:prSet presAssocID="{888F0034-A3C4-4BF0-BE9D-5D38B8564F26}" presName="textRect" presStyleLbl="revTx" presStyleIdx="0" presStyleCnt="4">
        <dgm:presLayoutVars>
          <dgm:chMax val="1"/>
          <dgm:chPref val="1"/>
        </dgm:presLayoutVars>
      </dgm:prSet>
      <dgm:spPr/>
    </dgm:pt>
    <dgm:pt modelId="{F1B816E9-1D79-4D9F-A825-46A66CE6AA1F}" type="pres">
      <dgm:prSet presAssocID="{2DC7589C-9E94-4314-B102-495429C84FE8}" presName="sibTrans" presStyleCnt="0"/>
      <dgm:spPr/>
    </dgm:pt>
    <dgm:pt modelId="{F6D60E08-1ACF-41DE-9D92-4283B69C50CF}" type="pres">
      <dgm:prSet presAssocID="{BC37D871-C548-49C1-A50C-BA275A9788E2}" presName="compNode" presStyleCnt="0"/>
      <dgm:spPr/>
    </dgm:pt>
    <dgm:pt modelId="{D22C75B2-DBAD-4A14-83F3-977B521543D3}" type="pres">
      <dgm:prSet presAssocID="{BC37D871-C548-49C1-A50C-BA275A9788E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4FBD33-7D38-4C2B-9AFD-A0E581A3C7CC}" type="pres">
      <dgm:prSet presAssocID="{BC37D871-C548-49C1-A50C-BA275A9788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F0BED662-5A00-450E-A357-F23F947C17C3}" type="pres">
      <dgm:prSet presAssocID="{BC37D871-C548-49C1-A50C-BA275A9788E2}" presName="spaceRect" presStyleCnt="0"/>
      <dgm:spPr/>
    </dgm:pt>
    <dgm:pt modelId="{8A5E83BD-7666-4B58-A2B5-F3D676D50B44}" type="pres">
      <dgm:prSet presAssocID="{BC37D871-C548-49C1-A50C-BA275A9788E2}" presName="textRect" presStyleLbl="revTx" presStyleIdx="1" presStyleCnt="4">
        <dgm:presLayoutVars>
          <dgm:chMax val="1"/>
          <dgm:chPref val="1"/>
        </dgm:presLayoutVars>
      </dgm:prSet>
      <dgm:spPr/>
    </dgm:pt>
    <dgm:pt modelId="{B9B5A37F-6F10-41F7-BB69-B6826D5929C6}" type="pres">
      <dgm:prSet presAssocID="{E840562B-1233-4EE3-B1C7-35B2E89192B1}" presName="sibTrans" presStyleCnt="0"/>
      <dgm:spPr/>
    </dgm:pt>
    <dgm:pt modelId="{AD4DFB74-0EB4-4780-B173-33FD2E66BF71}" type="pres">
      <dgm:prSet presAssocID="{570EA969-4B3A-4F97-8788-CC8CBE99FC1B}" presName="compNode" presStyleCnt="0"/>
      <dgm:spPr/>
    </dgm:pt>
    <dgm:pt modelId="{82018181-EEF8-4ACE-B6C9-0E522A5FB39A}" type="pres">
      <dgm:prSet presAssocID="{570EA969-4B3A-4F97-8788-CC8CBE99FC1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604C8C7-D22F-48C9-B5B6-18F5D1FD47D6}" type="pres">
      <dgm:prSet presAssocID="{570EA969-4B3A-4F97-8788-CC8CBE99FC1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2BF6309-46A5-447B-AD33-DCBAD98085D2}" type="pres">
      <dgm:prSet presAssocID="{570EA969-4B3A-4F97-8788-CC8CBE99FC1B}" presName="spaceRect" presStyleCnt="0"/>
      <dgm:spPr/>
    </dgm:pt>
    <dgm:pt modelId="{F5C9BB42-36A2-424C-89BC-6EEBD375451D}" type="pres">
      <dgm:prSet presAssocID="{570EA969-4B3A-4F97-8788-CC8CBE99FC1B}" presName="textRect" presStyleLbl="revTx" presStyleIdx="2" presStyleCnt="4">
        <dgm:presLayoutVars>
          <dgm:chMax val="1"/>
          <dgm:chPref val="1"/>
        </dgm:presLayoutVars>
      </dgm:prSet>
      <dgm:spPr/>
    </dgm:pt>
    <dgm:pt modelId="{1B3C920A-439D-491C-85AF-EE4E2A4648E9}" type="pres">
      <dgm:prSet presAssocID="{3643C3FB-978F-436A-AD16-1E6DCA18F5C2}" presName="sibTrans" presStyleCnt="0"/>
      <dgm:spPr/>
    </dgm:pt>
    <dgm:pt modelId="{9F8CC1CD-F527-4205-B8A2-A7D3459B2D25}" type="pres">
      <dgm:prSet presAssocID="{A441E344-778D-4C3B-9FE8-A8582674B794}" presName="compNode" presStyleCnt="0"/>
      <dgm:spPr/>
    </dgm:pt>
    <dgm:pt modelId="{2B9DAAAB-ED3F-4B83-ABAD-C499A4313C52}" type="pres">
      <dgm:prSet presAssocID="{A441E344-778D-4C3B-9FE8-A8582674B79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470AD0B-6A98-4093-88AB-68F00BD219B6}" type="pres">
      <dgm:prSet presAssocID="{A441E344-778D-4C3B-9FE8-A8582674B7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1CA2A81B-539C-410B-AAB3-301A3A89D688}" type="pres">
      <dgm:prSet presAssocID="{A441E344-778D-4C3B-9FE8-A8582674B794}" presName="spaceRect" presStyleCnt="0"/>
      <dgm:spPr/>
    </dgm:pt>
    <dgm:pt modelId="{51507C58-DB02-4FB6-9F5B-229FF48057A5}" type="pres">
      <dgm:prSet presAssocID="{A441E344-778D-4C3B-9FE8-A8582674B7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DF5339-07E8-4D46-8F94-F2E0BC638AB9}" type="presOf" srcId="{BC37D871-C548-49C1-A50C-BA275A9788E2}" destId="{8A5E83BD-7666-4B58-A2B5-F3D676D50B44}" srcOrd="0" destOrd="0" presId="urn:microsoft.com/office/officeart/2018/5/layout/IconLeafLabelList"/>
    <dgm:cxn modelId="{54A65947-B0F3-47DF-8D37-27C7083C18E8}" type="presOf" srcId="{A441E344-778D-4C3B-9FE8-A8582674B794}" destId="{51507C58-DB02-4FB6-9F5B-229FF48057A5}" srcOrd="0" destOrd="0" presId="urn:microsoft.com/office/officeart/2018/5/layout/IconLeafLabelList"/>
    <dgm:cxn modelId="{82F73D59-A64F-4DC2-AD2E-1F1B0BCAA4DB}" type="presOf" srcId="{570EA969-4B3A-4F97-8788-CC8CBE99FC1B}" destId="{F5C9BB42-36A2-424C-89BC-6EEBD375451D}" srcOrd="0" destOrd="0" presId="urn:microsoft.com/office/officeart/2018/5/layout/IconLeafLabelList"/>
    <dgm:cxn modelId="{E378B29E-C781-47DC-ABAB-253C12ED2585}" type="presOf" srcId="{888F0034-A3C4-4BF0-BE9D-5D38B8564F26}" destId="{4AA9CF92-5D08-441E-B077-4DFAD20F37AD}" srcOrd="0" destOrd="0" presId="urn:microsoft.com/office/officeart/2018/5/layout/IconLeafLabelList"/>
    <dgm:cxn modelId="{FCF736AB-7D42-421A-8E24-2A35B6DC2827}" srcId="{4A656632-27A6-4F84-875D-7A41D1E219AF}" destId="{A441E344-778D-4C3B-9FE8-A8582674B794}" srcOrd="3" destOrd="0" parTransId="{FFB03E12-5C80-4F00-B9E3-5B69745F4F88}" sibTransId="{2822C9A4-7F0F-47F9-AC9E-22462A1A7B71}"/>
    <dgm:cxn modelId="{52D4F5B1-CF65-409D-B7F1-D285CFA90BA9}" srcId="{4A656632-27A6-4F84-875D-7A41D1E219AF}" destId="{570EA969-4B3A-4F97-8788-CC8CBE99FC1B}" srcOrd="2" destOrd="0" parTransId="{014FF03C-A0AF-4C19-A356-79443B6C861E}" sibTransId="{3643C3FB-978F-436A-AD16-1E6DCA18F5C2}"/>
    <dgm:cxn modelId="{4991C4BF-6F1A-4571-A6CF-4DE618A16954}" srcId="{4A656632-27A6-4F84-875D-7A41D1E219AF}" destId="{888F0034-A3C4-4BF0-BE9D-5D38B8564F26}" srcOrd="0" destOrd="0" parTransId="{883EA245-2473-4135-86BC-D85E4C9652CA}" sibTransId="{2DC7589C-9E94-4314-B102-495429C84FE8}"/>
    <dgm:cxn modelId="{5E1B21C2-B50A-4248-AB9C-69FAC2FE8E82}" type="presOf" srcId="{4A656632-27A6-4F84-875D-7A41D1E219AF}" destId="{9E4DE2D4-BE36-45B8-BE7E-2DEA4A35B999}" srcOrd="0" destOrd="0" presId="urn:microsoft.com/office/officeart/2018/5/layout/IconLeafLabelList"/>
    <dgm:cxn modelId="{28371DD3-303F-48A6-9485-A27F1FCA0561}" srcId="{4A656632-27A6-4F84-875D-7A41D1E219AF}" destId="{BC37D871-C548-49C1-A50C-BA275A9788E2}" srcOrd="1" destOrd="0" parTransId="{E6D6657D-791F-4C79-88DA-F7FAFDFA6D4D}" sibTransId="{E840562B-1233-4EE3-B1C7-35B2E89192B1}"/>
    <dgm:cxn modelId="{9B1656A9-A0C5-43CC-A7CF-EDDE12F984CC}" type="presParOf" srcId="{9E4DE2D4-BE36-45B8-BE7E-2DEA4A35B999}" destId="{B03194D4-486F-4A4D-BBD0-6480BBF7CB54}" srcOrd="0" destOrd="0" presId="urn:microsoft.com/office/officeart/2018/5/layout/IconLeafLabelList"/>
    <dgm:cxn modelId="{1E746A3D-056D-4EC2-8C70-2CB37C1A1B2E}" type="presParOf" srcId="{B03194D4-486F-4A4D-BBD0-6480BBF7CB54}" destId="{4AA271BB-D067-42A7-91CC-F8BAD1A1C34D}" srcOrd="0" destOrd="0" presId="urn:microsoft.com/office/officeart/2018/5/layout/IconLeafLabelList"/>
    <dgm:cxn modelId="{0D52EC22-5126-4DDE-BE58-0B4B50170834}" type="presParOf" srcId="{B03194D4-486F-4A4D-BBD0-6480BBF7CB54}" destId="{329DFB2C-5F15-4F86-819A-3F9512541E1E}" srcOrd="1" destOrd="0" presId="urn:microsoft.com/office/officeart/2018/5/layout/IconLeafLabelList"/>
    <dgm:cxn modelId="{63C89DCC-E041-4F05-A1CA-C3965EAF0F80}" type="presParOf" srcId="{B03194D4-486F-4A4D-BBD0-6480BBF7CB54}" destId="{030A3E3C-9265-4B9E-BDB4-7C74D33F0073}" srcOrd="2" destOrd="0" presId="urn:microsoft.com/office/officeart/2018/5/layout/IconLeafLabelList"/>
    <dgm:cxn modelId="{D18533D6-C58C-453C-AD9E-45428533F4D7}" type="presParOf" srcId="{B03194D4-486F-4A4D-BBD0-6480BBF7CB54}" destId="{4AA9CF92-5D08-441E-B077-4DFAD20F37AD}" srcOrd="3" destOrd="0" presId="urn:microsoft.com/office/officeart/2018/5/layout/IconLeafLabelList"/>
    <dgm:cxn modelId="{6AD45F40-62EA-4DAB-9D96-5A81878FAA77}" type="presParOf" srcId="{9E4DE2D4-BE36-45B8-BE7E-2DEA4A35B999}" destId="{F1B816E9-1D79-4D9F-A825-46A66CE6AA1F}" srcOrd="1" destOrd="0" presId="urn:microsoft.com/office/officeart/2018/5/layout/IconLeafLabelList"/>
    <dgm:cxn modelId="{E750124A-6466-4F0A-A0F7-BEDF4A8EC09D}" type="presParOf" srcId="{9E4DE2D4-BE36-45B8-BE7E-2DEA4A35B999}" destId="{F6D60E08-1ACF-41DE-9D92-4283B69C50CF}" srcOrd="2" destOrd="0" presId="urn:microsoft.com/office/officeart/2018/5/layout/IconLeafLabelList"/>
    <dgm:cxn modelId="{16E61F84-8856-4672-9891-587101E4C3CF}" type="presParOf" srcId="{F6D60E08-1ACF-41DE-9D92-4283B69C50CF}" destId="{D22C75B2-DBAD-4A14-83F3-977B521543D3}" srcOrd="0" destOrd="0" presId="urn:microsoft.com/office/officeart/2018/5/layout/IconLeafLabelList"/>
    <dgm:cxn modelId="{C5552B5E-9678-4151-B10E-6735F00360E4}" type="presParOf" srcId="{F6D60E08-1ACF-41DE-9D92-4283B69C50CF}" destId="{AC4FBD33-7D38-4C2B-9AFD-A0E581A3C7CC}" srcOrd="1" destOrd="0" presId="urn:microsoft.com/office/officeart/2018/5/layout/IconLeafLabelList"/>
    <dgm:cxn modelId="{FFB88335-A1DE-4BBD-87D4-E22DCF7A37E8}" type="presParOf" srcId="{F6D60E08-1ACF-41DE-9D92-4283B69C50CF}" destId="{F0BED662-5A00-450E-A357-F23F947C17C3}" srcOrd="2" destOrd="0" presId="urn:microsoft.com/office/officeart/2018/5/layout/IconLeafLabelList"/>
    <dgm:cxn modelId="{9DD2F4AB-3230-40B6-9FA5-69DAC62F26D1}" type="presParOf" srcId="{F6D60E08-1ACF-41DE-9D92-4283B69C50CF}" destId="{8A5E83BD-7666-4B58-A2B5-F3D676D50B44}" srcOrd="3" destOrd="0" presId="urn:microsoft.com/office/officeart/2018/5/layout/IconLeafLabelList"/>
    <dgm:cxn modelId="{2658DED0-7C33-405E-A9D9-E1353A4861EA}" type="presParOf" srcId="{9E4DE2D4-BE36-45B8-BE7E-2DEA4A35B999}" destId="{B9B5A37F-6F10-41F7-BB69-B6826D5929C6}" srcOrd="3" destOrd="0" presId="urn:microsoft.com/office/officeart/2018/5/layout/IconLeafLabelList"/>
    <dgm:cxn modelId="{58C63CD8-F34D-4E13-A157-7F7E47027291}" type="presParOf" srcId="{9E4DE2D4-BE36-45B8-BE7E-2DEA4A35B999}" destId="{AD4DFB74-0EB4-4780-B173-33FD2E66BF71}" srcOrd="4" destOrd="0" presId="urn:microsoft.com/office/officeart/2018/5/layout/IconLeafLabelList"/>
    <dgm:cxn modelId="{555B5AE6-8BF1-4308-A158-B3633C9B26BA}" type="presParOf" srcId="{AD4DFB74-0EB4-4780-B173-33FD2E66BF71}" destId="{82018181-EEF8-4ACE-B6C9-0E522A5FB39A}" srcOrd="0" destOrd="0" presId="urn:microsoft.com/office/officeart/2018/5/layout/IconLeafLabelList"/>
    <dgm:cxn modelId="{368E54A5-70AF-401B-80C6-DA4AED35A8C0}" type="presParOf" srcId="{AD4DFB74-0EB4-4780-B173-33FD2E66BF71}" destId="{A604C8C7-D22F-48C9-B5B6-18F5D1FD47D6}" srcOrd="1" destOrd="0" presId="urn:microsoft.com/office/officeart/2018/5/layout/IconLeafLabelList"/>
    <dgm:cxn modelId="{90B552E4-DF3F-4B92-B2B8-F59275041865}" type="presParOf" srcId="{AD4DFB74-0EB4-4780-B173-33FD2E66BF71}" destId="{02BF6309-46A5-447B-AD33-DCBAD98085D2}" srcOrd="2" destOrd="0" presId="urn:microsoft.com/office/officeart/2018/5/layout/IconLeafLabelList"/>
    <dgm:cxn modelId="{92708A05-0FA8-4417-A811-7DD47C372D0D}" type="presParOf" srcId="{AD4DFB74-0EB4-4780-B173-33FD2E66BF71}" destId="{F5C9BB42-36A2-424C-89BC-6EEBD375451D}" srcOrd="3" destOrd="0" presId="urn:microsoft.com/office/officeart/2018/5/layout/IconLeafLabelList"/>
    <dgm:cxn modelId="{7A685172-9646-4D6F-BC68-78FB68D3C3C4}" type="presParOf" srcId="{9E4DE2D4-BE36-45B8-BE7E-2DEA4A35B999}" destId="{1B3C920A-439D-491C-85AF-EE4E2A4648E9}" srcOrd="5" destOrd="0" presId="urn:microsoft.com/office/officeart/2018/5/layout/IconLeafLabelList"/>
    <dgm:cxn modelId="{38B8EE6A-FA6B-4C59-A7A3-3D33EA814E5C}" type="presParOf" srcId="{9E4DE2D4-BE36-45B8-BE7E-2DEA4A35B999}" destId="{9F8CC1CD-F527-4205-B8A2-A7D3459B2D25}" srcOrd="6" destOrd="0" presId="urn:microsoft.com/office/officeart/2018/5/layout/IconLeafLabelList"/>
    <dgm:cxn modelId="{AE03368D-4DBA-434A-B37C-BBAA4E697A96}" type="presParOf" srcId="{9F8CC1CD-F527-4205-B8A2-A7D3459B2D25}" destId="{2B9DAAAB-ED3F-4B83-ABAD-C499A4313C52}" srcOrd="0" destOrd="0" presId="urn:microsoft.com/office/officeart/2018/5/layout/IconLeafLabelList"/>
    <dgm:cxn modelId="{87D7E9C2-DA4D-4518-A70A-394F6BCEBEC1}" type="presParOf" srcId="{9F8CC1CD-F527-4205-B8A2-A7D3459B2D25}" destId="{5470AD0B-6A98-4093-88AB-68F00BD219B6}" srcOrd="1" destOrd="0" presId="urn:microsoft.com/office/officeart/2018/5/layout/IconLeafLabelList"/>
    <dgm:cxn modelId="{8686F4B7-5A09-4348-9BA3-F90185B01475}" type="presParOf" srcId="{9F8CC1CD-F527-4205-B8A2-A7D3459B2D25}" destId="{1CA2A81B-539C-410B-AAB3-301A3A89D688}" srcOrd="2" destOrd="0" presId="urn:microsoft.com/office/officeart/2018/5/layout/IconLeafLabelList"/>
    <dgm:cxn modelId="{B7CA2843-5612-4634-9D9C-284AB7F877B3}" type="presParOf" srcId="{9F8CC1CD-F527-4205-B8A2-A7D3459B2D25}" destId="{51507C58-DB02-4FB6-9F5B-229FF48057A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A0696F-DCE7-4655-ADE3-D1D7AA57246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6BBCA2-377E-4E50-9F4D-9CC6D8CDF626}">
      <dgm:prSet/>
      <dgm:spPr/>
      <dgm:t>
        <a:bodyPr/>
        <a:lstStyle/>
        <a:p>
          <a:r>
            <a:rPr lang="en-US" b="1" i="0" baseline="0" dirty="0"/>
            <a:t>Purpose:</a:t>
          </a:r>
          <a:r>
            <a:rPr lang="en-US" b="0" i="0" baseline="0" dirty="0"/>
            <a:t> Update an existing resource completely.</a:t>
          </a:r>
          <a:endParaRPr lang="en-US" dirty="0"/>
        </a:p>
      </dgm:t>
    </dgm:pt>
    <dgm:pt modelId="{9573F398-32A1-47AC-84F9-FEF20FC28A8D}" type="parTrans" cxnId="{C8C15069-66B7-48D4-8F65-62EE0E083C05}">
      <dgm:prSet/>
      <dgm:spPr/>
      <dgm:t>
        <a:bodyPr/>
        <a:lstStyle/>
        <a:p>
          <a:endParaRPr lang="en-US"/>
        </a:p>
      </dgm:t>
    </dgm:pt>
    <dgm:pt modelId="{BE36A674-C74C-43B3-83F7-44EA54573992}" type="sibTrans" cxnId="{C8C15069-66B7-48D4-8F65-62EE0E083C05}">
      <dgm:prSet/>
      <dgm:spPr/>
      <dgm:t>
        <a:bodyPr/>
        <a:lstStyle/>
        <a:p>
          <a:endParaRPr lang="en-US"/>
        </a:p>
      </dgm:t>
    </dgm:pt>
    <dgm:pt modelId="{58ADBAAE-F48C-4BD1-A151-D56B220C0A2B}">
      <dgm:prSet/>
      <dgm:spPr/>
      <dgm:t>
        <a:bodyPr/>
        <a:lstStyle/>
        <a:p>
          <a:r>
            <a:rPr lang="en-US" b="1" i="0" baseline="0"/>
            <a:t>Example:</a:t>
          </a:r>
          <a:r>
            <a:rPr lang="en-US" b="0" i="0" baseline="0"/>
            <a:t> Update user info</a:t>
          </a:r>
          <a:endParaRPr lang="en-US"/>
        </a:p>
      </dgm:t>
    </dgm:pt>
    <dgm:pt modelId="{6FC70CE2-EF08-40D8-9F4D-CDA48B62D03D}" type="parTrans" cxnId="{DF88C1E7-48AA-4456-8B65-5C81AE94B652}">
      <dgm:prSet/>
      <dgm:spPr/>
      <dgm:t>
        <a:bodyPr/>
        <a:lstStyle/>
        <a:p>
          <a:endParaRPr lang="en-US"/>
        </a:p>
      </dgm:t>
    </dgm:pt>
    <dgm:pt modelId="{55D014CE-B858-4B3F-9BCE-8437796C089E}" type="sibTrans" cxnId="{DF88C1E7-48AA-4456-8B65-5C81AE94B652}">
      <dgm:prSet/>
      <dgm:spPr/>
      <dgm:t>
        <a:bodyPr/>
        <a:lstStyle/>
        <a:p>
          <a:endParaRPr lang="en-US"/>
        </a:p>
      </dgm:t>
    </dgm:pt>
    <dgm:pt modelId="{7A82010E-E1E6-444A-AFED-0DB196422020}" type="pres">
      <dgm:prSet presAssocID="{42A0696F-DCE7-4655-ADE3-D1D7AA572467}" presName="root" presStyleCnt="0">
        <dgm:presLayoutVars>
          <dgm:dir/>
          <dgm:resizeHandles val="exact"/>
        </dgm:presLayoutVars>
      </dgm:prSet>
      <dgm:spPr/>
    </dgm:pt>
    <dgm:pt modelId="{0467CCAA-F1EC-47BF-9C84-62883BF2D54E}" type="pres">
      <dgm:prSet presAssocID="{596BBCA2-377E-4E50-9F4D-9CC6D8CDF626}" presName="compNode" presStyleCnt="0"/>
      <dgm:spPr/>
    </dgm:pt>
    <dgm:pt modelId="{C469B9C6-7558-4144-A714-785096F154AE}" type="pres">
      <dgm:prSet presAssocID="{596BBCA2-377E-4E50-9F4D-9CC6D8CDF62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387754F1-5676-4CF6-B82D-91FFFA60CEBD}" type="pres">
      <dgm:prSet presAssocID="{596BBCA2-377E-4E50-9F4D-9CC6D8CDF626}" presName="spaceRect" presStyleCnt="0"/>
      <dgm:spPr/>
    </dgm:pt>
    <dgm:pt modelId="{190C59EF-61E4-4F47-8697-AA418DBB60FD}" type="pres">
      <dgm:prSet presAssocID="{596BBCA2-377E-4E50-9F4D-9CC6D8CDF626}" presName="textRect" presStyleLbl="revTx" presStyleIdx="0" presStyleCnt="2">
        <dgm:presLayoutVars>
          <dgm:chMax val="1"/>
          <dgm:chPref val="1"/>
        </dgm:presLayoutVars>
      </dgm:prSet>
      <dgm:spPr/>
    </dgm:pt>
    <dgm:pt modelId="{37AC5555-F38B-47AC-954E-D9033F6AA297}" type="pres">
      <dgm:prSet presAssocID="{BE36A674-C74C-43B3-83F7-44EA54573992}" presName="sibTrans" presStyleCnt="0"/>
      <dgm:spPr/>
    </dgm:pt>
    <dgm:pt modelId="{1C2A2C93-563C-402C-871D-A40DD8A7DCE3}" type="pres">
      <dgm:prSet presAssocID="{58ADBAAE-F48C-4BD1-A151-D56B220C0A2B}" presName="compNode" presStyleCnt="0"/>
      <dgm:spPr/>
    </dgm:pt>
    <dgm:pt modelId="{D731A049-87D7-4B1B-9EEF-50EE79CE73BF}" type="pres">
      <dgm:prSet presAssocID="{58ADBAAE-F48C-4BD1-A151-D56B220C0A2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C42B379-D57F-442B-89BF-C37E688824FC}" type="pres">
      <dgm:prSet presAssocID="{58ADBAAE-F48C-4BD1-A151-D56B220C0A2B}" presName="spaceRect" presStyleCnt="0"/>
      <dgm:spPr/>
    </dgm:pt>
    <dgm:pt modelId="{6129A93F-4179-4274-8795-8EA41BCA2808}" type="pres">
      <dgm:prSet presAssocID="{58ADBAAE-F48C-4BD1-A151-D56B220C0A2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8C15069-66B7-48D4-8F65-62EE0E083C05}" srcId="{42A0696F-DCE7-4655-ADE3-D1D7AA572467}" destId="{596BBCA2-377E-4E50-9F4D-9CC6D8CDF626}" srcOrd="0" destOrd="0" parTransId="{9573F398-32A1-47AC-84F9-FEF20FC28A8D}" sibTransId="{BE36A674-C74C-43B3-83F7-44EA54573992}"/>
    <dgm:cxn modelId="{11EF037B-3ABE-4163-81A1-C4F869EBCE31}" type="presOf" srcId="{42A0696F-DCE7-4655-ADE3-D1D7AA572467}" destId="{7A82010E-E1E6-444A-AFED-0DB196422020}" srcOrd="0" destOrd="0" presId="urn:microsoft.com/office/officeart/2018/2/layout/IconLabelList"/>
    <dgm:cxn modelId="{48A995A7-34DA-43B7-8B9F-A1E568F9F503}" type="presOf" srcId="{596BBCA2-377E-4E50-9F4D-9CC6D8CDF626}" destId="{190C59EF-61E4-4F47-8697-AA418DBB60FD}" srcOrd="0" destOrd="0" presId="urn:microsoft.com/office/officeart/2018/2/layout/IconLabelList"/>
    <dgm:cxn modelId="{8116B1E5-3D80-4959-B050-3FCD39C76A88}" type="presOf" srcId="{58ADBAAE-F48C-4BD1-A151-D56B220C0A2B}" destId="{6129A93F-4179-4274-8795-8EA41BCA2808}" srcOrd="0" destOrd="0" presId="urn:microsoft.com/office/officeart/2018/2/layout/IconLabelList"/>
    <dgm:cxn modelId="{DF88C1E7-48AA-4456-8B65-5C81AE94B652}" srcId="{42A0696F-DCE7-4655-ADE3-D1D7AA572467}" destId="{58ADBAAE-F48C-4BD1-A151-D56B220C0A2B}" srcOrd="1" destOrd="0" parTransId="{6FC70CE2-EF08-40D8-9F4D-CDA48B62D03D}" sibTransId="{55D014CE-B858-4B3F-9BCE-8437796C089E}"/>
    <dgm:cxn modelId="{902E4842-055D-4A42-AACB-1CB3487E0F46}" type="presParOf" srcId="{7A82010E-E1E6-444A-AFED-0DB196422020}" destId="{0467CCAA-F1EC-47BF-9C84-62883BF2D54E}" srcOrd="0" destOrd="0" presId="urn:microsoft.com/office/officeart/2018/2/layout/IconLabelList"/>
    <dgm:cxn modelId="{BB0AD153-5EA8-4330-8799-319D0AC78620}" type="presParOf" srcId="{0467CCAA-F1EC-47BF-9C84-62883BF2D54E}" destId="{C469B9C6-7558-4144-A714-785096F154AE}" srcOrd="0" destOrd="0" presId="urn:microsoft.com/office/officeart/2018/2/layout/IconLabelList"/>
    <dgm:cxn modelId="{743DA6CB-499D-401A-9026-FD80301530E4}" type="presParOf" srcId="{0467CCAA-F1EC-47BF-9C84-62883BF2D54E}" destId="{387754F1-5676-4CF6-B82D-91FFFA60CEBD}" srcOrd="1" destOrd="0" presId="urn:microsoft.com/office/officeart/2018/2/layout/IconLabelList"/>
    <dgm:cxn modelId="{071B23F5-1629-4EFC-B927-3957E9EC3DF7}" type="presParOf" srcId="{0467CCAA-F1EC-47BF-9C84-62883BF2D54E}" destId="{190C59EF-61E4-4F47-8697-AA418DBB60FD}" srcOrd="2" destOrd="0" presId="urn:microsoft.com/office/officeart/2018/2/layout/IconLabelList"/>
    <dgm:cxn modelId="{304D42F8-2C06-4802-AF69-63C53E9F5CAC}" type="presParOf" srcId="{7A82010E-E1E6-444A-AFED-0DB196422020}" destId="{37AC5555-F38B-47AC-954E-D9033F6AA297}" srcOrd="1" destOrd="0" presId="urn:microsoft.com/office/officeart/2018/2/layout/IconLabelList"/>
    <dgm:cxn modelId="{42C84E39-F71A-40E2-9EFE-2DBCB1321F39}" type="presParOf" srcId="{7A82010E-E1E6-444A-AFED-0DB196422020}" destId="{1C2A2C93-563C-402C-871D-A40DD8A7DCE3}" srcOrd="2" destOrd="0" presId="urn:microsoft.com/office/officeart/2018/2/layout/IconLabelList"/>
    <dgm:cxn modelId="{63FA8429-E40F-4615-9094-B8BDD26FE3A7}" type="presParOf" srcId="{1C2A2C93-563C-402C-871D-A40DD8A7DCE3}" destId="{D731A049-87D7-4B1B-9EEF-50EE79CE73BF}" srcOrd="0" destOrd="0" presId="urn:microsoft.com/office/officeart/2018/2/layout/IconLabelList"/>
    <dgm:cxn modelId="{0E1D1823-DEA4-4661-AAB2-29B4C3ECCFD0}" type="presParOf" srcId="{1C2A2C93-563C-402C-871D-A40DD8A7DCE3}" destId="{4C42B379-D57F-442B-89BF-C37E688824FC}" srcOrd="1" destOrd="0" presId="urn:microsoft.com/office/officeart/2018/2/layout/IconLabelList"/>
    <dgm:cxn modelId="{5C480CB9-BB31-48A9-846D-E2F840B784F1}" type="presParOf" srcId="{1C2A2C93-563C-402C-871D-A40DD8A7DCE3}" destId="{6129A93F-4179-4274-8795-8EA41BCA280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67EB28-6089-40A7-915B-80F4B428FFC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ECA8519-345C-414C-A04F-C2FA7914DCA1}">
      <dgm:prSet/>
      <dgm:spPr/>
      <dgm:t>
        <a:bodyPr/>
        <a:lstStyle/>
        <a:p>
          <a:pPr>
            <a:defRPr cap="all"/>
          </a:pPr>
          <a:r>
            <a:rPr lang="en-US" b="1" i="0" baseline="0" dirty="0"/>
            <a:t>Purpose:</a:t>
          </a:r>
          <a:r>
            <a:rPr lang="en-US" b="0" i="0" baseline="0" dirty="0"/>
            <a:t> Update part of a resource.</a:t>
          </a:r>
          <a:endParaRPr lang="en-US" dirty="0"/>
        </a:p>
      </dgm:t>
    </dgm:pt>
    <dgm:pt modelId="{F18F5E0A-9EDF-4E07-B7BD-B0CDED58C98D}" type="parTrans" cxnId="{F6C1FB23-E667-4411-93A8-1078F6E16CE1}">
      <dgm:prSet/>
      <dgm:spPr/>
      <dgm:t>
        <a:bodyPr/>
        <a:lstStyle/>
        <a:p>
          <a:endParaRPr lang="en-US"/>
        </a:p>
      </dgm:t>
    </dgm:pt>
    <dgm:pt modelId="{871ABA13-39FB-4DAE-97ED-DEAEB4AA76AE}" type="sibTrans" cxnId="{F6C1FB23-E667-4411-93A8-1078F6E16CE1}">
      <dgm:prSet/>
      <dgm:spPr/>
      <dgm:t>
        <a:bodyPr/>
        <a:lstStyle/>
        <a:p>
          <a:endParaRPr lang="en-US"/>
        </a:p>
      </dgm:t>
    </dgm:pt>
    <dgm:pt modelId="{88814673-F4CD-4748-B3B7-45965CCFDA85}">
      <dgm:prSet/>
      <dgm:spPr/>
      <dgm:t>
        <a:bodyPr/>
        <a:lstStyle/>
        <a:p>
          <a:pPr>
            <a:defRPr cap="all"/>
          </a:pPr>
          <a:r>
            <a:rPr lang="en-US" b="1" i="0" baseline="0" dirty="0"/>
            <a:t>Example:</a:t>
          </a:r>
          <a:r>
            <a:rPr lang="en-US" b="0" i="0" baseline="0" dirty="0"/>
            <a:t> Update only the user’s email</a:t>
          </a:r>
          <a:endParaRPr lang="en-US" dirty="0"/>
        </a:p>
      </dgm:t>
    </dgm:pt>
    <dgm:pt modelId="{1E97C3C7-21CD-4B7D-A92B-B6B70215DC95}" type="parTrans" cxnId="{DF2542D8-70C2-49D5-ACA9-08E170540954}">
      <dgm:prSet/>
      <dgm:spPr/>
      <dgm:t>
        <a:bodyPr/>
        <a:lstStyle/>
        <a:p>
          <a:endParaRPr lang="en-US"/>
        </a:p>
      </dgm:t>
    </dgm:pt>
    <dgm:pt modelId="{2764DD5A-6630-45D3-B825-C8B2E742B7EC}" type="sibTrans" cxnId="{DF2542D8-70C2-49D5-ACA9-08E170540954}">
      <dgm:prSet/>
      <dgm:spPr/>
      <dgm:t>
        <a:bodyPr/>
        <a:lstStyle/>
        <a:p>
          <a:endParaRPr lang="en-US"/>
        </a:p>
      </dgm:t>
    </dgm:pt>
    <dgm:pt modelId="{E6497453-4D5D-4AB9-AFCB-3C92D12352C8}" type="pres">
      <dgm:prSet presAssocID="{F667EB28-6089-40A7-915B-80F4B428FFC7}" presName="root" presStyleCnt="0">
        <dgm:presLayoutVars>
          <dgm:dir/>
          <dgm:resizeHandles val="exact"/>
        </dgm:presLayoutVars>
      </dgm:prSet>
      <dgm:spPr/>
    </dgm:pt>
    <dgm:pt modelId="{3C08C0F2-3E08-4D3A-BCED-8F8AF52C1AA5}" type="pres">
      <dgm:prSet presAssocID="{8ECA8519-345C-414C-A04F-C2FA7914DCA1}" presName="compNode" presStyleCnt="0"/>
      <dgm:spPr/>
    </dgm:pt>
    <dgm:pt modelId="{B45EBA75-D625-4931-91E9-EB0D89B8DA8E}" type="pres">
      <dgm:prSet presAssocID="{8ECA8519-345C-414C-A04F-C2FA7914DCA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5B48F30-8CD9-4DDF-8C06-94219D7B7FF9}" type="pres">
      <dgm:prSet presAssocID="{8ECA8519-345C-414C-A04F-C2FA7914DCA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9B47216-3B00-4E79-AC45-392F42C41758}" type="pres">
      <dgm:prSet presAssocID="{8ECA8519-345C-414C-A04F-C2FA7914DCA1}" presName="spaceRect" presStyleCnt="0"/>
      <dgm:spPr/>
    </dgm:pt>
    <dgm:pt modelId="{99CC6339-2879-4783-8974-1421D2E78D58}" type="pres">
      <dgm:prSet presAssocID="{8ECA8519-345C-414C-A04F-C2FA7914DCA1}" presName="textRect" presStyleLbl="revTx" presStyleIdx="0" presStyleCnt="2">
        <dgm:presLayoutVars>
          <dgm:chMax val="1"/>
          <dgm:chPref val="1"/>
        </dgm:presLayoutVars>
      </dgm:prSet>
      <dgm:spPr/>
    </dgm:pt>
    <dgm:pt modelId="{42FE1DB4-0C2B-454F-ADB8-905C0B1288AB}" type="pres">
      <dgm:prSet presAssocID="{871ABA13-39FB-4DAE-97ED-DEAEB4AA76AE}" presName="sibTrans" presStyleCnt="0"/>
      <dgm:spPr/>
    </dgm:pt>
    <dgm:pt modelId="{33F9488C-289F-4C5D-B4AF-0912126C192D}" type="pres">
      <dgm:prSet presAssocID="{88814673-F4CD-4748-B3B7-45965CCFDA85}" presName="compNode" presStyleCnt="0"/>
      <dgm:spPr/>
    </dgm:pt>
    <dgm:pt modelId="{420859BF-B357-47F3-9C57-2661F232B987}" type="pres">
      <dgm:prSet presAssocID="{88814673-F4CD-4748-B3B7-45965CCFDA8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DD17354-E3AE-42BE-83A6-E20C03E13E4F}" type="pres">
      <dgm:prSet presAssocID="{88814673-F4CD-4748-B3B7-45965CCFDA8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D0F147A-A569-4C1C-BBA4-5F08A8C9F2A0}" type="pres">
      <dgm:prSet presAssocID="{88814673-F4CD-4748-B3B7-45965CCFDA85}" presName="spaceRect" presStyleCnt="0"/>
      <dgm:spPr/>
    </dgm:pt>
    <dgm:pt modelId="{7E7553A7-9B2C-4C7D-A41C-CF7E1362D55A}" type="pres">
      <dgm:prSet presAssocID="{88814673-F4CD-4748-B3B7-45965CCFDA8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6C1FB23-E667-4411-93A8-1078F6E16CE1}" srcId="{F667EB28-6089-40A7-915B-80F4B428FFC7}" destId="{8ECA8519-345C-414C-A04F-C2FA7914DCA1}" srcOrd="0" destOrd="0" parTransId="{F18F5E0A-9EDF-4E07-B7BD-B0CDED58C98D}" sibTransId="{871ABA13-39FB-4DAE-97ED-DEAEB4AA76AE}"/>
    <dgm:cxn modelId="{A0853534-3609-4311-91A1-09D83B0E9595}" type="presOf" srcId="{8ECA8519-345C-414C-A04F-C2FA7914DCA1}" destId="{99CC6339-2879-4783-8974-1421D2E78D58}" srcOrd="0" destOrd="0" presId="urn:microsoft.com/office/officeart/2018/5/layout/IconLeafLabelList"/>
    <dgm:cxn modelId="{6854B737-1EBA-4225-A3C2-DB9C67B42FE2}" type="presOf" srcId="{F667EB28-6089-40A7-915B-80F4B428FFC7}" destId="{E6497453-4D5D-4AB9-AFCB-3C92D12352C8}" srcOrd="0" destOrd="0" presId="urn:microsoft.com/office/officeart/2018/5/layout/IconLeafLabelList"/>
    <dgm:cxn modelId="{DF2542D8-70C2-49D5-ACA9-08E170540954}" srcId="{F667EB28-6089-40A7-915B-80F4B428FFC7}" destId="{88814673-F4CD-4748-B3B7-45965CCFDA85}" srcOrd="1" destOrd="0" parTransId="{1E97C3C7-21CD-4B7D-A92B-B6B70215DC95}" sibTransId="{2764DD5A-6630-45D3-B825-C8B2E742B7EC}"/>
    <dgm:cxn modelId="{7A395BE4-D5B8-4D25-80C9-F984D8247260}" type="presOf" srcId="{88814673-F4CD-4748-B3B7-45965CCFDA85}" destId="{7E7553A7-9B2C-4C7D-A41C-CF7E1362D55A}" srcOrd="0" destOrd="0" presId="urn:microsoft.com/office/officeart/2018/5/layout/IconLeafLabelList"/>
    <dgm:cxn modelId="{E6B952CB-6768-47D2-AAB4-C6858C759D8B}" type="presParOf" srcId="{E6497453-4D5D-4AB9-AFCB-3C92D12352C8}" destId="{3C08C0F2-3E08-4D3A-BCED-8F8AF52C1AA5}" srcOrd="0" destOrd="0" presId="urn:microsoft.com/office/officeart/2018/5/layout/IconLeafLabelList"/>
    <dgm:cxn modelId="{803BD45B-A58D-4C3F-91B0-F416044BD9DD}" type="presParOf" srcId="{3C08C0F2-3E08-4D3A-BCED-8F8AF52C1AA5}" destId="{B45EBA75-D625-4931-91E9-EB0D89B8DA8E}" srcOrd="0" destOrd="0" presId="urn:microsoft.com/office/officeart/2018/5/layout/IconLeafLabelList"/>
    <dgm:cxn modelId="{2CBB50F5-CD36-45A6-A978-33B014B0663E}" type="presParOf" srcId="{3C08C0F2-3E08-4D3A-BCED-8F8AF52C1AA5}" destId="{C5B48F30-8CD9-4DDF-8C06-94219D7B7FF9}" srcOrd="1" destOrd="0" presId="urn:microsoft.com/office/officeart/2018/5/layout/IconLeafLabelList"/>
    <dgm:cxn modelId="{D9073B4F-DC4E-40D3-8CC8-E7F95E103039}" type="presParOf" srcId="{3C08C0F2-3E08-4D3A-BCED-8F8AF52C1AA5}" destId="{19B47216-3B00-4E79-AC45-392F42C41758}" srcOrd="2" destOrd="0" presId="urn:microsoft.com/office/officeart/2018/5/layout/IconLeafLabelList"/>
    <dgm:cxn modelId="{7038705B-5EE9-4A56-AA5A-C752DF027296}" type="presParOf" srcId="{3C08C0F2-3E08-4D3A-BCED-8F8AF52C1AA5}" destId="{99CC6339-2879-4783-8974-1421D2E78D58}" srcOrd="3" destOrd="0" presId="urn:microsoft.com/office/officeart/2018/5/layout/IconLeafLabelList"/>
    <dgm:cxn modelId="{BE307E73-5DE3-481F-897F-17D8D867D841}" type="presParOf" srcId="{E6497453-4D5D-4AB9-AFCB-3C92D12352C8}" destId="{42FE1DB4-0C2B-454F-ADB8-905C0B1288AB}" srcOrd="1" destOrd="0" presId="urn:microsoft.com/office/officeart/2018/5/layout/IconLeafLabelList"/>
    <dgm:cxn modelId="{18429F00-EDB8-4117-8F9A-157FFE60AA92}" type="presParOf" srcId="{E6497453-4D5D-4AB9-AFCB-3C92D12352C8}" destId="{33F9488C-289F-4C5D-B4AF-0912126C192D}" srcOrd="2" destOrd="0" presId="urn:microsoft.com/office/officeart/2018/5/layout/IconLeafLabelList"/>
    <dgm:cxn modelId="{42567EC5-7D27-49CC-AC25-58E3F3056A1B}" type="presParOf" srcId="{33F9488C-289F-4C5D-B4AF-0912126C192D}" destId="{420859BF-B357-47F3-9C57-2661F232B987}" srcOrd="0" destOrd="0" presId="urn:microsoft.com/office/officeart/2018/5/layout/IconLeafLabelList"/>
    <dgm:cxn modelId="{4E85BA7C-3FC9-468E-B75F-E6E64539DD2D}" type="presParOf" srcId="{33F9488C-289F-4C5D-B4AF-0912126C192D}" destId="{ADD17354-E3AE-42BE-83A6-E20C03E13E4F}" srcOrd="1" destOrd="0" presId="urn:microsoft.com/office/officeart/2018/5/layout/IconLeafLabelList"/>
    <dgm:cxn modelId="{F61128C9-3D9D-4310-BE3A-64E7D78CDCA8}" type="presParOf" srcId="{33F9488C-289F-4C5D-B4AF-0912126C192D}" destId="{ED0F147A-A569-4C1C-BBA4-5F08A8C9F2A0}" srcOrd="2" destOrd="0" presId="urn:microsoft.com/office/officeart/2018/5/layout/IconLeafLabelList"/>
    <dgm:cxn modelId="{0A75DD51-1189-4DDB-8E92-C7167477B504}" type="presParOf" srcId="{33F9488C-289F-4C5D-B4AF-0912126C192D}" destId="{7E7553A7-9B2C-4C7D-A41C-CF7E1362D55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130C02-2347-4458-9746-47F454DC24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DA3F0D-15BF-4BF8-8632-5107033A454F}">
      <dgm:prSet/>
      <dgm:spPr/>
      <dgm:t>
        <a:bodyPr/>
        <a:lstStyle/>
        <a:p>
          <a:r>
            <a:rPr lang="en-US" dirty="0"/>
            <a:t>A model is like a </a:t>
          </a:r>
          <a:r>
            <a:rPr lang="en-US" b="1" dirty="0"/>
            <a:t>blueprint for your data</a:t>
          </a:r>
          <a:r>
            <a:rPr lang="en-US" dirty="0"/>
            <a:t>.</a:t>
          </a:r>
        </a:p>
      </dgm:t>
    </dgm:pt>
    <dgm:pt modelId="{FB98B78D-90B5-4E6C-B171-81573A8FB568}" type="parTrans" cxnId="{F1BA4230-8F4F-44A9-9DEB-E7AC93FEFFA0}">
      <dgm:prSet/>
      <dgm:spPr/>
      <dgm:t>
        <a:bodyPr/>
        <a:lstStyle/>
        <a:p>
          <a:endParaRPr lang="en-US"/>
        </a:p>
      </dgm:t>
    </dgm:pt>
    <dgm:pt modelId="{BA6000C1-10F1-46D9-8C48-D01EC3FDE9F1}" type="sibTrans" cxnId="{F1BA4230-8F4F-44A9-9DEB-E7AC93FEFFA0}">
      <dgm:prSet/>
      <dgm:spPr/>
      <dgm:t>
        <a:bodyPr/>
        <a:lstStyle/>
        <a:p>
          <a:endParaRPr lang="en-US"/>
        </a:p>
      </dgm:t>
    </dgm:pt>
    <dgm:pt modelId="{FA7E1C3B-44A4-4D5F-9B52-7AB04CA2BA97}">
      <dgm:prSet/>
      <dgm:spPr/>
      <dgm:t>
        <a:bodyPr/>
        <a:lstStyle/>
        <a:p>
          <a:r>
            <a:rPr lang="en-US" dirty="0"/>
            <a:t>It defines </a:t>
          </a:r>
          <a:r>
            <a:rPr lang="en-US" b="1" dirty="0"/>
            <a:t>how data is structured</a:t>
          </a:r>
          <a:r>
            <a:rPr lang="en-US" dirty="0"/>
            <a:t> and what </a:t>
          </a:r>
          <a:r>
            <a:rPr lang="en-US" b="1" dirty="0"/>
            <a:t>rules</a:t>
          </a:r>
          <a:r>
            <a:rPr lang="en-US" dirty="0"/>
            <a:t> it should follow (required, unique, default values, etc.)</a:t>
          </a:r>
        </a:p>
      </dgm:t>
    </dgm:pt>
    <dgm:pt modelId="{F470A083-DF21-40AC-B5C8-D29E26DD0F29}" type="parTrans" cxnId="{CE1A0BB7-8CDA-4B54-9589-FD8C4690ED61}">
      <dgm:prSet/>
      <dgm:spPr/>
      <dgm:t>
        <a:bodyPr/>
        <a:lstStyle/>
        <a:p>
          <a:endParaRPr lang="en-US"/>
        </a:p>
      </dgm:t>
    </dgm:pt>
    <dgm:pt modelId="{CEC2E267-E81E-4B0A-A917-F94F26B88A55}" type="sibTrans" cxnId="{CE1A0BB7-8CDA-4B54-9589-FD8C4690ED61}">
      <dgm:prSet/>
      <dgm:spPr/>
      <dgm:t>
        <a:bodyPr/>
        <a:lstStyle/>
        <a:p>
          <a:endParaRPr lang="en-US"/>
        </a:p>
      </dgm:t>
    </dgm:pt>
    <dgm:pt modelId="{2511FE20-5411-4C7F-A24E-A39E98A14529}">
      <dgm:prSet/>
      <dgm:spPr/>
      <dgm:t>
        <a:bodyPr/>
        <a:lstStyle/>
        <a:p>
          <a:r>
            <a:rPr lang="en-US" dirty="0"/>
            <a:t>In MongoDB (with Mongoose), a model is connected to a </a:t>
          </a:r>
          <a:r>
            <a:rPr lang="en-US" b="1" dirty="0"/>
            <a:t>collection</a:t>
          </a:r>
          <a:r>
            <a:rPr lang="en-US" dirty="0"/>
            <a:t> in the database.</a:t>
          </a:r>
        </a:p>
      </dgm:t>
    </dgm:pt>
    <dgm:pt modelId="{E73C3815-E1D2-428A-A3CF-DC2E08C65B46}" type="parTrans" cxnId="{B8968914-94CA-4430-B102-011A8E2D680F}">
      <dgm:prSet/>
      <dgm:spPr/>
      <dgm:t>
        <a:bodyPr/>
        <a:lstStyle/>
        <a:p>
          <a:endParaRPr lang="en-US"/>
        </a:p>
      </dgm:t>
    </dgm:pt>
    <dgm:pt modelId="{AC64E4FD-21DE-464C-8F79-9A48E272F2C1}" type="sibTrans" cxnId="{B8968914-94CA-4430-B102-011A8E2D680F}">
      <dgm:prSet/>
      <dgm:spPr/>
      <dgm:t>
        <a:bodyPr/>
        <a:lstStyle/>
        <a:p>
          <a:endParaRPr lang="en-US"/>
        </a:p>
      </dgm:t>
    </dgm:pt>
    <dgm:pt modelId="{2436BAAA-ECF1-475A-836D-0A434F4A5E85}" type="pres">
      <dgm:prSet presAssocID="{49130C02-2347-4458-9746-47F454DC24BF}" presName="root" presStyleCnt="0">
        <dgm:presLayoutVars>
          <dgm:dir/>
          <dgm:resizeHandles val="exact"/>
        </dgm:presLayoutVars>
      </dgm:prSet>
      <dgm:spPr/>
    </dgm:pt>
    <dgm:pt modelId="{17B82097-64D4-4D9A-A7B8-34938C9CC0F6}" type="pres">
      <dgm:prSet presAssocID="{54DA3F0D-15BF-4BF8-8632-5107033A454F}" presName="compNode" presStyleCnt="0"/>
      <dgm:spPr/>
    </dgm:pt>
    <dgm:pt modelId="{23217737-66DD-4DDD-B52B-1C8C10A88B74}" type="pres">
      <dgm:prSet presAssocID="{54DA3F0D-15BF-4BF8-8632-5107033A454F}" presName="bgRect" presStyleLbl="bgShp" presStyleIdx="0" presStyleCnt="3"/>
      <dgm:spPr/>
    </dgm:pt>
    <dgm:pt modelId="{A278DA3C-B8C1-429F-ADE2-560FB67D8125}" type="pres">
      <dgm:prSet presAssocID="{54DA3F0D-15BF-4BF8-8632-5107033A454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4BB009B-4996-4ACB-B0F6-455D88CF19E7}" type="pres">
      <dgm:prSet presAssocID="{54DA3F0D-15BF-4BF8-8632-5107033A454F}" presName="spaceRect" presStyleCnt="0"/>
      <dgm:spPr/>
    </dgm:pt>
    <dgm:pt modelId="{6FAFAB73-5530-4611-90BE-60B9DF26E9E7}" type="pres">
      <dgm:prSet presAssocID="{54DA3F0D-15BF-4BF8-8632-5107033A454F}" presName="parTx" presStyleLbl="revTx" presStyleIdx="0" presStyleCnt="3">
        <dgm:presLayoutVars>
          <dgm:chMax val="0"/>
          <dgm:chPref val="0"/>
        </dgm:presLayoutVars>
      </dgm:prSet>
      <dgm:spPr/>
    </dgm:pt>
    <dgm:pt modelId="{EEDF4EBC-B015-4DA5-9E8A-F28CE89A5436}" type="pres">
      <dgm:prSet presAssocID="{BA6000C1-10F1-46D9-8C48-D01EC3FDE9F1}" presName="sibTrans" presStyleCnt="0"/>
      <dgm:spPr/>
    </dgm:pt>
    <dgm:pt modelId="{E40DBD5D-5381-4F69-8EDF-5057B40DBB2B}" type="pres">
      <dgm:prSet presAssocID="{FA7E1C3B-44A4-4D5F-9B52-7AB04CA2BA97}" presName="compNode" presStyleCnt="0"/>
      <dgm:spPr/>
    </dgm:pt>
    <dgm:pt modelId="{865BD267-0D4D-40E6-9C32-44056E5A6D7F}" type="pres">
      <dgm:prSet presAssocID="{FA7E1C3B-44A4-4D5F-9B52-7AB04CA2BA97}" presName="bgRect" presStyleLbl="bgShp" presStyleIdx="1" presStyleCnt="3"/>
      <dgm:spPr/>
    </dgm:pt>
    <dgm:pt modelId="{A0DD681A-01D3-4BB6-9633-D1CB30E13838}" type="pres">
      <dgm:prSet presAssocID="{FA7E1C3B-44A4-4D5F-9B52-7AB04CA2BA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F82E285-31EE-4BB9-9252-C9ED446C8045}" type="pres">
      <dgm:prSet presAssocID="{FA7E1C3B-44A4-4D5F-9B52-7AB04CA2BA97}" presName="spaceRect" presStyleCnt="0"/>
      <dgm:spPr/>
    </dgm:pt>
    <dgm:pt modelId="{AE0A70D0-0118-4F29-B1E7-CF3D067FFF27}" type="pres">
      <dgm:prSet presAssocID="{FA7E1C3B-44A4-4D5F-9B52-7AB04CA2BA97}" presName="parTx" presStyleLbl="revTx" presStyleIdx="1" presStyleCnt="3">
        <dgm:presLayoutVars>
          <dgm:chMax val="0"/>
          <dgm:chPref val="0"/>
        </dgm:presLayoutVars>
      </dgm:prSet>
      <dgm:spPr/>
    </dgm:pt>
    <dgm:pt modelId="{CDD19D0E-06B8-4F0A-9684-038CA396CC70}" type="pres">
      <dgm:prSet presAssocID="{CEC2E267-E81E-4B0A-A917-F94F26B88A55}" presName="sibTrans" presStyleCnt="0"/>
      <dgm:spPr/>
    </dgm:pt>
    <dgm:pt modelId="{85107B01-9AA5-43A9-9F5A-CD73C6056D5A}" type="pres">
      <dgm:prSet presAssocID="{2511FE20-5411-4C7F-A24E-A39E98A14529}" presName="compNode" presStyleCnt="0"/>
      <dgm:spPr/>
    </dgm:pt>
    <dgm:pt modelId="{E72F6230-4BC9-4C24-8E5D-601660F6AABA}" type="pres">
      <dgm:prSet presAssocID="{2511FE20-5411-4C7F-A24E-A39E98A14529}" presName="bgRect" presStyleLbl="bgShp" presStyleIdx="2" presStyleCnt="3"/>
      <dgm:spPr/>
    </dgm:pt>
    <dgm:pt modelId="{879F4444-C29D-4329-9A08-DE49C88B7570}" type="pres">
      <dgm:prSet presAssocID="{2511FE20-5411-4C7F-A24E-A39E98A145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4AA9F5-ABB9-4B07-A1C0-C5E020559030}" type="pres">
      <dgm:prSet presAssocID="{2511FE20-5411-4C7F-A24E-A39E98A14529}" presName="spaceRect" presStyleCnt="0"/>
      <dgm:spPr/>
    </dgm:pt>
    <dgm:pt modelId="{6DFE6843-4A21-43AC-873E-2BF0527050B6}" type="pres">
      <dgm:prSet presAssocID="{2511FE20-5411-4C7F-A24E-A39E98A1452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8968914-94CA-4430-B102-011A8E2D680F}" srcId="{49130C02-2347-4458-9746-47F454DC24BF}" destId="{2511FE20-5411-4C7F-A24E-A39E98A14529}" srcOrd="2" destOrd="0" parTransId="{E73C3815-E1D2-428A-A3CF-DC2E08C65B46}" sibTransId="{AC64E4FD-21DE-464C-8F79-9A48E272F2C1}"/>
    <dgm:cxn modelId="{C4F6102A-D5DA-4DE8-9175-88C864BC41DD}" type="presOf" srcId="{FA7E1C3B-44A4-4D5F-9B52-7AB04CA2BA97}" destId="{AE0A70D0-0118-4F29-B1E7-CF3D067FFF27}" srcOrd="0" destOrd="0" presId="urn:microsoft.com/office/officeart/2018/2/layout/IconVerticalSolidList"/>
    <dgm:cxn modelId="{F1BA4230-8F4F-44A9-9DEB-E7AC93FEFFA0}" srcId="{49130C02-2347-4458-9746-47F454DC24BF}" destId="{54DA3F0D-15BF-4BF8-8632-5107033A454F}" srcOrd="0" destOrd="0" parTransId="{FB98B78D-90B5-4E6C-B171-81573A8FB568}" sibTransId="{BA6000C1-10F1-46D9-8C48-D01EC3FDE9F1}"/>
    <dgm:cxn modelId="{CE1A0BB7-8CDA-4B54-9589-FD8C4690ED61}" srcId="{49130C02-2347-4458-9746-47F454DC24BF}" destId="{FA7E1C3B-44A4-4D5F-9B52-7AB04CA2BA97}" srcOrd="1" destOrd="0" parTransId="{F470A083-DF21-40AC-B5C8-D29E26DD0F29}" sibTransId="{CEC2E267-E81E-4B0A-A917-F94F26B88A55}"/>
    <dgm:cxn modelId="{57109AD2-57B1-42D9-A37D-E6267ED93E35}" type="presOf" srcId="{54DA3F0D-15BF-4BF8-8632-5107033A454F}" destId="{6FAFAB73-5530-4611-90BE-60B9DF26E9E7}" srcOrd="0" destOrd="0" presId="urn:microsoft.com/office/officeart/2018/2/layout/IconVerticalSolidList"/>
    <dgm:cxn modelId="{60B6D0EA-1689-4CB5-AAE7-B2E5146B0DAE}" type="presOf" srcId="{49130C02-2347-4458-9746-47F454DC24BF}" destId="{2436BAAA-ECF1-475A-836D-0A434F4A5E85}" srcOrd="0" destOrd="0" presId="urn:microsoft.com/office/officeart/2018/2/layout/IconVerticalSolidList"/>
    <dgm:cxn modelId="{4834BDEF-574A-46CB-A18E-34BD51C42055}" type="presOf" srcId="{2511FE20-5411-4C7F-A24E-A39E98A14529}" destId="{6DFE6843-4A21-43AC-873E-2BF0527050B6}" srcOrd="0" destOrd="0" presId="urn:microsoft.com/office/officeart/2018/2/layout/IconVerticalSolidList"/>
    <dgm:cxn modelId="{BC8A21F6-F8B6-4320-B9B1-E4E2F941D1F4}" type="presParOf" srcId="{2436BAAA-ECF1-475A-836D-0A434F4A5E85}" destId="{17B82097-64D4-4D9A-A7B8-34938C9CC0F6}" srcOrd="0" destOrd="0" presId="urn:microsoft.com/office/officeart/2018/2/layout/IconVerticalSolidList"/>
    <dgm:cxn modelId="{E49D814B-18CA-4857-A10B-804A20E7A424}" type="presParOf" srcId="{17B82097-64D4-4D9A-A7B8-34938C9CC0F6}" destId="{23217737-66DD-4DDD-B52B-1C8C10A88B74}" srcOrd="0" destOrd="0" presId="urn:microsoft.com/office/officeart/2018/2/layout/IconVerticalSolidList"/>
    <dgm:cxn modelId="{7B0139C8-298A-41EA-B6EA-8A769ED3BD23}" type="presParOf" srcId="{17B82097-64D4-4D9A-A7B8-34938C9CC0F6}" destId="{A278DA3C-B8C1-429F-ADE2-560FB67D8125}" srcOrd="1" destOrd="0" presId="urn:microsoft.com/office/officeart/2018/2/layout/IconVerticalSolidList"/>
    <dgm:cxn modelId="{200D8FB8-1CAA-4E83-B1BF-57CCCF1C1486}" type="presParOf" srcId="{17B82097-64D4-4D9A-A7B8-34938C9CC0F6}" destId="{A4BB009B-4996-4ACB-B0F6-455D88CF19E7}" srcOrd="2" destOrd="0" presId="urn:microsoft.com/office/officeart/2018/2/layout/IconVerticalSolidList"/>
    <dgm:cxn modelId="{0B78E94E-E0AA-4A22-842F-8C6FB8D4987B}" type="presParOf" srcId="{17B82097-64D4-4D9A-A7B8-34938C9CC0F6}" destId="{6FAFAB73-5530-4611-90BE-60B9DF26E9E7}" srcOrd="3" destOrd="0" presId="urn:microsoft.com/office/officeart/2018/2/layout/IconVerticalSolidList"/>
    <dgm:cxn modelId="{D9D6000E-3EA9-4265-A57C-008E6E3E9017}" type="presParOf" srcId="{2436BAAA-ECF1-475A-836D-0A434F4A5E85}" destId="{EEDF4EBC-B015-4DA5-9E8A-F28CE89A5436}" srcOrd="1" destOrd="0" presId="urn:microsoft.com/office/officeart/2018/2/layout/IconVerticalSolidList"/>
    <dgm:cxn modelId="{0B31DA00-988C-4453-8719-A52EB18BB55F}" type="presParOf" srcId="{2436BAAA-ECF1-475A-836D-0A434F4A5E85}" destId="{E40DBD5D-5381-4F69-8EDF-5057B40DBB2B}" srcOrd="2" destOrd="0" presId="urn:microsoft.com/office/officeart/2018/2/layout/IconVerticalSolidList"/>
    <dgm:cxn modelId="{04694706-181A-4E26-B34F-036FF2FF0C83}" type="presParOf" srcId="{E40DBD5D-5381-4F69-8EDF-5057B40DBB2B}" destId="{865BD267-0D4D-40E6-9C32-44056E5A6D7F}" srcOrd="0" destOrd="0" presId="urn:microsoft.com/office/officeart/2018/2/layout/IconVerticalSolidList"/>
    <dgm:cxn modelId="{0A29A054-C3BE-49C1-9328-7C5F3B0646A8}" type="presParOf" srcId="{E40DBD5D-5381-4F69-8EDF-5057B40DBB2B}" destId="{A0DD681A-01D3-4BB6-9633-D1CB30E13838}" srcOrd="1" destOrd="0" presId="urn:microsoft.com/office/officeart/2018/2/layout/IconVerticalSolidList"/>
    <dgm:cxn modelId="{3147E09D-D1EB-488C-97C0-9FF4106304E7}" type="presParOf" srcId="{E40DBD5D-5381-4F69-8EDF-5057B40DBB2B}" destId="{4F82E285-31EE-4BB9-9252-C9ED446C8045}" srcOrd="2" destOrd="0" presId="urn:microsoft.com/office/officeart/2018/2/layout/IconVerticalSolidList"/>
    <dgm:cxn modelId="{56174489-42F4-4AD3-BEA5-254107984A4F}" type="presParOf" srcId="{E40DBD5D-5381-4F69-8EDF-5057B40DBB2B}" destId="{AE0A70D0-0118-4F29-B1E7-CF3D067FFF27}" srcOrd="3" destOrd="0" presId="urn:microsoft.com/office/officeart/2018/2/layout/IconVerticalSolidList"/>
    <dgm:cxn modelId="{126A10B9-56D3-461A-B7AF-4F3F3FECB044}" type="presParOf" srcId="{2436BAAA-ECF1-475A-836D-0A434F4A5E85}" destId="{CDD19D0E-06B8-4F0A-9684-038CA396CC70}" srcOrd="3" destOrd="0" presId="urn:microsoft.com/office/officeart/2018/2/layout/IconVerticalSolidList"/>
    <dgm:cxn modelId="{BF70344E-16AF-4BB7-9B3A-C22824849424}" type="presParOf" srcId="{2436BAAA-ECF1-475A-836D-0A434F4A5E85}" destId="{85107B01-9AA5-43A9-9F5A-CD73C6056D5A}" srcOrd="4" destOrd="0" presId="urn:microsoft.com/office/officeart/2018/2/layout/IconVerticalSolidList"/>
    <dgm:cxn modelId="{D4FBE02C-B73A-4411-A42D-7F0E53D4E542}" type="presParOf" srcId="{85107B01-9AA5-43A9-9F5A-CD73C6056D5A}" destId="{E72F6230-4BC9-4C24-8E5D-601660F6AABA}" srcOrd="0" destOrd="0" presId="urn:microsoft.com/office/officeart/2018/2/layout/IconVerticalSolidList"/>
    <dgm:cxn modelId="{3F998122-C9C9-4EA7-91AE-DC9B566CE6C6}" type="presParOf" srcId="{85107B01-9AA5-43A9-9F5A-CD73C6056D5A}" destId="{879F4444-C29D-4329-9A08-DE49C88B7570}" srcOrd="1" destOrd="0" presId="urn:microsoft.com/office/officeart/2018/2/layout/IconVerticalSolidList"/>
    <dgm:cxn modelId="{0065AEDF-39D7-4CF3-9C00-036B4E218018}" type="presParOf" srcId="{85107B01-9AA5-43A9-9F5A-CD73C6056D5A}" destId="{064AA9F5-ABB9-4B07-A1C0-C5E020559030}" srcOrd="2" destOrd="0" presId="urn:microsoft.com/office/officeart/2018/2/layout/IconVerticalSolidList"/>
    <dgm:cxn modelId="{13A342B2-0A17-4662-A01E-2CE9A3458BE1}" type="presParOf" srcId="{85107B01-9AA5-43A9-9F5A-CD73C6056D5A}" destId="{6DFE6843-4A21-43AC-873E-2BF0527050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AC5447-89E9-4CD1-B48A-F63CA19714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C78AF2-1FDE-4DDC-B2C7-6229799F6C17}">
      <dgm:prSet/>
      <dgm:spPr/>
      <dgm:t>
        <a:bodyPr/>
        <a:lstStyle/>
        <a:p>
          <a:r>
            <a:rPr lang="en-US"/>
            <a:t>“A model defines how your data will look in the database.”</a:t>
          </a:r>
        </a:p>
      </dgm:t>
    </dgm:pt>
    <dgm:pt modelId="{1F0A145A-78A0-4D3C-827C-1E940777FD64}" type="parTrans" cxnId="{E0403F8C-1226-4CCB-90B3-B3E695A52686}">
      <dgm:prSet/>
      <dgm:spPr/>
      <dgm:t>
        <a:bodyPr/>
        <a:lstStyle/>
        <a:p>
          <a:endParaRPr lang="en-US"/>
        </a:p>
      </dgm:t>
    </dgm:pt>
    <dgm:pt modelId="{CD3612C9-5C03-4F5F-AE21-67DA757AB38F}" type="sibTrans" cxnId="{E0403F8C-1226-4CCB-90B3-B3E695A52686}">
      <dgm:prSet/>
      <dgm:spPr/>
      <dgm:t>
        <a:bodyPr/>
        <a:lstStyle/>
        <a:p>
          <a:endParaRPr lang="en-US"/>
        </a:p>
      </dgm:t>
    </dgm:pt>
    <dgm:pt modelId="{9617982F-CA00-433F-B3CE-4D21116ACBD2}">
      <dgm:prSet/>
      <dgm:spPr/>
      <dgm:t>
        <a:bodyPr/>
        <a:lstStyle/>
        <a:p>
          <a:r>
            <a:rPr lang="en-US"/>
            <a:t>Without a model, your database doesn’t know:</a:t>
          </a:r>
        </a:p>
      </dgm:t>
    </dgm:pt>
    <dgm:pt modelId="{DBA935A9-6991-4E5A-8CDB-FCB4EBDC066B}" type="parTrans" cxnId="{AB8F7127-3218-42F8-8C25-3BBA6C0ADE04}">
      <dgm:prSet/>
      <dgm:spPr/>
      <dgm:t>
        <a:bodyPr/>
        <a:lstStyle/>
        <a:p>
          <a:endParaRPr lang="en-US"/>
        </a:p>
      </dgm:t>
    </dgm:pt>
    <dgm:pt modelId="{28F7A16D-1450-4278-8EDC-54B4D4A8BA66}" type="sibTrans" cxnId="{AB8F7127-3218-42F8-8C25-3BBA6C0ADE04}">
      <dgm:prSet/>
      <dgm:spPr/>
      <dgm:t>
        <a:bodyPr/>
        <a:lstStyle/>
        <a:p>
          <a:endParaRPr lang="en-US"/>
        </a:p>
      </dgm:t>
    </dgm:pt>
    <dgm:pt modelId="{AF5E99D5-05D4-4558-B23E-E03671FAC239}">
      <dgm:prSet/>
      <dgm:spPr/>
      <dgm:t>
        <a:bodyPr/>
        <a:lstStyle/>
        <a:p>
          <a:r>
            <a:rPr lang="en-US"/>
            <a:t>what type of data to store</a:t>
          </a:r>
        </a:p>
      </dgm:t>
    </dgm:pt>
    <dgm:pt modelId="{90005435-25D5-4B4A-A88C-2B8C42F939D0}" type="parTrans" cxnId="{4F199F56-F45F-43BC-B0A0-C8D9D2E7678D}">
      <dgm:prSet/>
      <dgm:spPr/>
      <dgm:t>
        <a:bodyPr/>
        <a:lstStyle/>
        <a:p>
          <a:endParaRPr lang="en-US"/>
        </a:p>
      </dgm:t>
    </dgm:pt>
    <dgm:pt modelId="{03626A39-9F72-4D81-A872-AF92DC0BE7BF}" type="sibTrans" cxnId="{4F199F56-F45F-43BC-B0A0-C8D9D2E7678D}">
      <dgm:prSet/>
      <dgm:spPr/>
      <dgm:t>
        <a:bodyPr/>
        <a:lstStyle/>
        <a:p>
          <a:endParaRPr lang="en-US"/>
        </a:p>
      </dgm:t>
    </dgm:pt>
    <dgm:pt modelId="{792FD340-B19B-42E6-B01E-BC31B60916D1}">
      <dgm:prSet/>
      <dgm:spPr/>
      <dgm:t>
        <a:bodyPr/>
        <a:lstStyle/>
        <a:p>
          <a:r>
            <a:rPr lang="en-US"/>
            <a:t>which fields are required</a:t>
          </a:r>
        </a:p>
      </dgm:t>
    </dgm:pt>
    <dgm:pt modelId="{26B5518C-81D5-44EB-AB8B-2C9BE98B3555}" type="parTrans" cxnId="{4B6A0049-E2E4-4A66-B0C9-878A20C51605}">
      <dgm:prSet/>
      <dgm:spPr/>
      <dgm:t>
        <a:bodyPr/>
        <a:lstStyle/>
        <a:p>
          <a:endParaRPr lang="en-US"/>
        </a:p>
      </dgm:t>
    </dgm:pt>
    <dgm:pt modelId="{3DF435A1-0567-480F-A6B9-6682CF562560}" type="sibTrans" cxnId="{4B6A0049-E2E4-4A66-B0C9-878A20C51605}">
      <dgm:prSet/>
      <dgm:spPr/>
      <dgm:t>
        <a:bodyPr/>
        <a:lstStyle/>
        <a:p>
          <a:endParaRPr lang="en-US"/>
        </a:p>
      </dgm:t>
    </dgm:pt>
    <dgm:pt modelId="{5A54B5DB-6948-42BB-A963-89C14CE98851}">
      <dgm:prSet/>
      <dgm:spPr/>
      <dgm:t>
        <a:bodyPr/>
        <a:lstStyle/>
        <a:p>
          <a:r>
            <a:rPr lang="en-US"/>
            <a:t>what rules to follow</a:t>
          </a:r>
        </a:p>
      </dgm:t>
    </dgm:pt>
    <dgm:pt modelId="{1017F487-7074-4EAF-AA2C-020CFD2AAAEB}" type="parTrans" cxnId="{BA711D1B-18ED-4A8D-A156-A3BA53C7E182}">
      <dgm:prSet/>
      <dgm:spPr/>
      <dgm:t>
        <a:bodyPr/>
        <a:lstStyle/>
        <a:p>
          <a:endParaRPr lang="en-US"/>
        </a:p>
      </dgm:t>
    </dgm:pt>
    <dgm:pt modelId="{551C61BB-97DA-4454-8F0F-D7FFED72EAFC}" type="sibTrans" cxnId="{BA711D1B-18ED-4A8D-A156-A3BA53C7E182}">
      <dgm:prSet/>
      <dgm:spPr/>
      <dgm:t>
        <a:bodyPr/>
        <a:lstStyle/>
        <a:p>
          <a:endParaRPr lang="en-US"/>
        </a:p>
      </dgm:t>
    </dgm:pt>
    <dgm:pt modelId="{9258D0A2-5470-41F4-BE27-0E29DE85A2CF}" type="pres">
      <dgm:prSet presAssocID="{75AC5447-89E9-4CD1-B48A-F63CA19714DE}" presName="linear" presStyleCnt="0">
        <dgm:presLayoutVars>
          <dgm:animLvl val="lvl"/>
          <dgm:resizeHandles val="exact"/>
        </dgm:presLayoutVars>
      </dgm:prSet>
      <dgm:spPr/>
    </dgm:pt>
    <dgm:pt modelId="{2ED259B1-0EAE-4829-88EC-396AC24554A5}" type="pres">
      <dgm:prSet presAssocID="{20C78AF2-1FDE-4DDC-B2C7-6229799F6C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00FC43-DA40-4E5C-8292-0EE487652E8D}" type="pres">
      <dgm:prSet presAssocID="{CD3612C9-5C03-4F5F-AE21-67DA757AB38F}" presName="spacer" presStyleCnt="0"/>
      <dgm:spPr/>
    </dgm:pt>
    <dgm:pt modelId="{3835AD21-5A23-4971-A799-45C90F81D37F}" type="pres">
      <dgm:prSet presAssocID="{9617982F-CA00-433F-B3CE-4D21116ACB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416ACF7-1CE2-4D16-B1E9-8CB017D8E029}" type="pres">
      <dgm:prSet presAssocID="{9617982F-CA00-433F-B3CE-4D21116ACBD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94CC31A-A49B-432A-8DA8-810DFCAED44A}" type="presOf" srcId="{75AC5447-89E9-4CD1-B48A-F63CA19714DE}" destId="{9258D0A2-5470-41F4-BE27-0E29DE85A2CF}" srcOrd="0" destOrd="0" presId="urn:microsoft.com/office/officeart/2005/8/layout/vList2"/>
    <dgm:cxn modelId="{BA711D1B-18ED-4A8D-A156-A3BA53C7E182}" srcId="{9617982F-CA00-433F-B3CE-4D21116ACBD2}" destId="{5A54B5DB-6948-42BB-A963-89C14CE98851}" srcOrd="2" destOrd="0" parTransId="{1017F487-7074-4EAF-AA2C-020CFD2AAAEB}" sibTransId="{551C61BB-97DA-4454-8F0F-D7FFED72EAFC}"/>
    <dgm:cxn modelId="{AB8F7127-3218-42F8-8C25-3BBA6C0ADE04}" srcId="{75AC5447-89E9-4CD1-B48A-F63CA19714DE}" destId="{9617982F-CA00-433F-B3CE-4D21116ACBD2}" srcOrd="1" destOrd="0" parTransId="{DBA935A9-6991-4E5A-8CDB-FCB4EBDC066B}" sibTransId="{28F7A16D-1450-4278-8EDC-54B4D4A8BA66}"/>
    <dgm:cxn modelId="{5A38B93F-5BB0-4629-BA71-C9128F05F7BC}" type="presOf" srcId="{5A54B5DB-6948-42BB-A963-89C14CE98851}" destId="{C416ACF7-1CE2-4D16-B1E9-8CB017D8E029}" srcOrd="0" destOrd="2" presId="urn:microsoft.com/office/officeart/2005/8/layout/vList2"/>
    <dgm:cxn modelId="{4B6A0049-E2E4-4A66-B0C9-878A20C51605}" srcId="{9617982F-CA00-433F-B3CE-4D21116ACBD2}" destId="{792FD340-B19B-42E6-B01E-BC31B60916D1}" srcOrd="1" destOrd="0" parTransId="{26B5518C-81D5-44EB-AB8B-2C9BE98B3555}" sibTransId="{3DF435A1-0567-480F-A6B9-6682CF562560}"/>
    <dgm:cxn modelId="{4F199F56-F45F-43BC-B0A0-C8D9D2E7678D}" srcId="{9617982F-CA00-433F-B3CE-4D21116ACBD2}" destId="{AF5E99D5-05D4-4558-B23E-E03671FAC239}" srcOrd="0" destOrd="0" parTransId="{90005435-25D5-4B4A-A88C-2B8C42F939D0}" sibTransId="{03626A39-9F72-4D81-A872-AF92DC0BE7BF}"/>
    <dgm:cxn modelId="{E0403F8C-1226-4CCB-90B3-B3E695A52686}" srcId="{75AC5447-89E9-4CD1-B48A-F63CA19714DE}" destId="{20C78AF2-1FDE-4DDC-B2C7-6229799F6C17}" srcOrd="0" destOrd="0" parTransId="{1F0A145A-78A0-4D3C-827C-1E940777FD64}" sibTransId="{CD3612C9-5C03-4F5F-AE21-67DA757AB38F}"/>
    <dgm:cxn modelId="{F5A5E79A-5229-4FBE-BB14-3AA5177B922B}" type="presOf" srcId="{AF5E99D5-05D4-4558-B23E-E03671FAC239}" destId="{C416ACF7-1CE2-4D16-B1E9-8CB017D8E029}" srcOrd="0" destOrd="0" presId="urn:microsoft.com/office/officeart/2005/8/layout/vList2"/>
    <dgm:cxn modelId="{5656149E-2BE6-4048-8C65-135AC98B5986}" type="presOf" srcId="{9617982F-CA00-433F-B3CE-4D21116ACBD2}" destId="{3835AD21-5A23-4971-A799-45C90F81D37F}" srcOrd="0" destOrd="0" presId="urn:microsoft.com/office/officeart/2005/8/layout/vList2"/>
    <dgm:cxn modelId="{72B3B89E-402B-4854-A8C9-B746791FCF54}" type="presOf" srcId="{792FD340-B19B-42E6-B01E-BC31B60916D1}" destId="{C416ACF7-1CE2-4D16-B1E9-8CB017D8E029}" srcOrd="0" destOrd="1" presId="urn:microsoft.com/office/officeart/2005/8/layout/vList2"/>
    <dgm:cxn modelId="{690663FC-CE7B-412D-BF88-95148B2EC941}" type="presOf" srcId="{20C78AF2-1FDE-4DDC-B2C7-6229799F6C17}" destId="{2ED259B1-0EAE-4829-88EC-396AC24554A5}" srcOrd="0" destOrd="0" presId="urn:microsoft.com/office/officeart/2005/8/layout/vList2"/>
    <dgm:cxn modelId="{B8566190-FF7B-4563-BDBC-06CC6D3272B5}" type="presParOf" srcId="{9258D0A2-5470-41F4-BE27-0E29DE85A2CF}" destId="{2ED259B1-0EAE-4829-88EC-396AC24554A5}" srcOrd="0" destOrd="0" presId="urn:microsoft.com/office/officeart/2005/8/layout/vList2"/>
    <dgm:cxn modelId="{B956DE76-3F45-44B6-AE13-99E5D7F259CB}" type="presParOf" srcId="{9258D0A2-5470-41F4-BE27-0E29DE85A2CF}" destId="{B000FC43-DA40-4E5C-8292-0EE487652E8D}" srcOrd="1" destOrd="0" presId="urn:microsoft.com/office/officeart/2005/8/layout/vList2"/>
    <dgm:cxn modelId="{4088AA4D-06F8-419E-8C39-F59AD8A7908E}" type="presParOf" srcId="{9258D0A2-5470-41F4-BE27-0E29DE85A2CF}" destId="{3835AD21-5A23-4971-A799-45C90F81D37F}" srcOrd="2" destOrd="0" presId="urn:microsoft.com/office/officeart/2005/8/layout/vList2"/>
    <dgm:cxn modelId="{7719FE06-6A7C-4453-932F-B4F86CDFDF48}" type="presParOf" srcId="{9258D0A2-5470-41F4-BE27-0E29DE85A2CF}" destId="{C416ACF7-1CE2-4D16-B1E9-8CB017D8E02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E56ED5-934B-4289-802B-EBC326B8D23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B485C1-15C8-4AAC-AB2D-96A8F16A8183}">
      <dgm:prSet/>
      <dgm:spPr/>
      <dgm:t>
        <a:bodyPr/>
        <a:lstStyle/>
        <a:p>
          <a:r>
            <a:rPr lang="en-US" dirty="0"/>
            <a:t>const mongoose = require("mongoose");</a:t>
          </a:r>
        </a:p>
      </dgm:t>
    </dgm:pt>
    <dgm:pt modelId="{5E268D01-0856-4331-8601-51E56DEFD9B7}" type="parTrans" cxnId="{259DAD51-9D0B-406A-9865-BEE604B11125}">
      <dgm:prSet/>
      <dgm:spPr/>
      <dgm:t>
        <a:bodyPr/>
        <a:lstStyle/>
        <a:p>
          <a:endParaRPr lang="en-US"/>
        </a:p>
      </dgm:t>
    </dgm:pt>
    <dgm:pt modelId="{B520E1FC-97DB-4FFE-8AA8-DC6209D65C5B}" type="sibTrans" cxnId="{259DAD51-9D0B-406A-9865-BEE604B11125}">
      <dgm:prSet/>
      <dgm:spPr/>
      <dgm:t>
        <a:bodyPr/>
        <a:lstStyle/>
        <a:p>
          <a:endParaRPr lang="en-US"/>
        </a:p>
      </dgm:t>
    </dgm:pt>
    <dgm:pt modelId="{42E30611-5665-42FC-88DB-CA514044C648}">
      <dgm:prSet/>
      <dgm:spPr/>
      <dgm:t>
        <a:bodyPr/>
        <a:lstStyle/>
        <a:p>
          <a:r>
            <a:rPr lang="en-US"/>
            <a:t>// 1. Schema: defines structure</a:t>
          </a:r>
        </a:p>
      </dgm:t>
    </dgm:pt>
    <dgm:pt modelId="{4115FB11-E128-4D29-AE6D-4C1FB433649B}" type="parTrans" cxnId="{77EF7F50-7713-456F-B9EA-E800AF3A0B50}">
      <dgm:prSet/>
      <dgm:spPr/>
      <dgm:t>
        <a:bodyPr/>
        <a:lstStyle/>
        <a:p>
          <a:endParaRPr lang="en-US"/>
        </a:p>
      </dgm:t>
    </dgm:pt>
    <dgm:pt modelId="{685BE45A-5FCD-4BE9-B2E2-BDD81CFE3B61}" type="sibTrans" cxnId="{77EF7F50-7713-456F-B9EA-E800AF3A0B50}">
      <dgm:prSet/>
      <dgm:spPr/>
      <dgm:t>
        <a:bodyPr/>
        <a:lstStyle/>
        <a:p>
          <a:endParaRPr lang="en-US"/>
        </a:p>
      </dgm:t>
    </dgm:pt>
    <dgm:pt modelId="{A4BBC2B7-ED48-49F8-80CA-EF83973111A3}">
      <dgm:prSet/>
      <dgm:spPr/>
      <dgm:t>
        <a:bodyPr/>
        <a:lstStyle/>
        <a:p>
          <a:r>
            <a:rPr lang="en-US"/>
            <a:t>const UserSchema = new mongoose.Schema({</a:t>
          </a:r>
        </a:p>
      </dgm:t>
    </dgm:pt>
    <dgm:pt modelId="{4FE884D1-A21C-4C21-9638-C33EEB5A21A2}" type="parTrans" cxnId="{06A4C5DF-AFE7-4D7F-BA6D-D08EAF276F42}">
      <dgm:prSet/>
      <dgm:spPr/>
      <dgm:t>
        <a:bodyPr/>
        <a:lstStyle/>
        <a:p>
          <a:endParaRPr lang="en-US"/>
        </a:p>
      </dgm:t>
    </dgm:pt>
    <dgm:pt modelId="{5CFC1881-39CE-424A-AD43-AB1BD413C998}" type="sibTrans" cxnId="{06A4C5DF-AFE7-4D7F-BA6D-D08EAF276F42}">
      <dgm:prSet/>
      <dgm:spPr/>
      <dgm:t>
        <a:bodyPr/>
        <a:lstStyle/>
        <a:p>
          <a:endParaRPr lang="en-US"/>
        </a:p>
      </dgm:t>
    </dgm:pt>
    <dgm:pt modelId="{4C1703DA-C6B0-4CE9-A48A-EDF96419DE34}">
      <dgm:prSet/>
      <dgm:spPr/>
      <dgm:t>
        <a:bodyPr/>
        <a:lstStyle/>
        <a:p>
          <a:r>
            <a:rPr lang="en-US"/>
            <a:t>name: {</a:t>
          </a:r>
        </a:p>
      </dgm:t>
    </dgm:pt>
    <dgm:pt modelId="{A17DF6A1-B03E-418D-8580-5FFCAAF7A31E}" type="parTrans" cxnId="{6D3B5A0F-43C4-418C-B8B3-185FE8DF9EF5}">
      <dgm:prSet/>
      <dgm:spPr/>
      <dgm:t>
        <a:bodyPr/>
        <a:lstStyle/>
        <a:p>
          <a:endParaRPr lang="en-US"/>
        </a:p>
      </dgm:t>
    </dgm:pt>
    <dgm:pt modelId="{565EF65E-8E05-43E4-B68C-93687268D1B4}" type="sibTrans" cxnId="{6D3B5A0F-43C4-418C-B8B3-185FE8DF9EF5}">
      <dgm:prSet/>
      <dgm:spPr/>
      <dgm:t>
        <a:bodyPr/>
        <a:lstStyle/>
        <a:p>
          <a:endParaRPr lang="en-US"/>
        </a:p>
      </dgm:t>
    </dgm:pt>
    <dgm:pt modelId="{30B42944-A60F-4F31-91F2-F364D9E6B273}">
      <dgm:prSet/>
      <dgm:spPr/>
      <dgm:t>
        <a:bodyPr/>
        <a:lstStyle/>
        <a:p>
          <a:r>
            <a:rPr lang="en-US"/>
            <a:t>type: String,</a:t>
          </a:r>
        </a:p>
      </dgm:t>
    </dgm:pt>
    <dgm:pt modelId="{449F01DF-4768-4B57-87CD-B977FBDD8D47}" type="parTrans" cxnId="{ECF9DADD-38AF-4E41-9C14-B2F435738C78}">
      <dgm:prSet/>
      <dgm:spPr/>
      <dgm:t>
        <a:bodyPr/>
        <a:lstStyle/>
        <a:p>
          <a:endParaRPr lang="en-US"/>
        </a:p>
      </dgm:t>
    </dgm:pt>
    <dgm:pt modelId="{F981E3B3-C002-49F5-8766-94EF74323755}" type="sibTrans" cxnId="{ECF9DADD-38AF-4E41-9C14-B2F435738C78}">
      <dgm:prSet/>
      <dgm:spPr/>
      <dgm:t>
        <a:bodyPr/>
        <a:lstStyle/>
        <a:p>
          <a:endParaRPr lang="en-US"/>
        </a:p>
      </dgm:t>
    </dgm:pt>
    <dgm:pt modelId="{81CE61F6-60A9-4918-B306-7FCCF8292093}">
      <dgm:prSet/>
      <dgm:spPr/>
      <dgm:t>
        <a:bodyPr/>
        <a:lstStyle/>
        <a:p>
          <a:r>
            <a:rPr lang="en-US"/>
            <a:t>required: true,  // must provide name</a:t>
          </a:r>
        </a:p>
      </dgm:t>
    </dgm:pt>
    <dgm:pt modelId="{9680A1FE-FA4B-4F62-BC65-35579C6E81E2}" type="parTrans" cxnId="{4BCDA177-5637-4084-8EFD-A76AA0E6F60C}">
      <dgm:prSet/>
      <dgm:spPr/>
      <dgm:t>
        <a:bodyPr/>
        <a:lstStyle/>
        <a:p>
          <a:endParaRPr lang="en-US"/>
        </a:p>
      </dgm:t>
    </dgm:pt>
    <dgm:pt modelId="{3C3A9C7A-7B77-4316-8713-EA67C8B672D3}" type="sibTrans" cxnId="{4BCDA177-5637-4084-8EFD-A76AA0E6F60C}">
      <dgm:prSet/>
      <dgm:spPr/>
      <dgm:t>
        <a:bodyPr/>
        <a:lstStyle/>
        <a:p>
          <a:endParaRPr lang="en-US"/>
        </a:p>
      </dgm:t>
    </dgm:pt>
    <dgm:pt modelId="{7EA00BE8-1E70-4BBA-9CBD-BF5B055AFF17}">
      <dgm:prSet/>
      <dgm:spPr/>
      <dgm:t>
        <a:bodyPr/>
        <a:lstStyle/>
        <a:p>
          <a:r>
            <a:rPr lang="en-US"/>
            <a:t>},</a:t>
          </a:r>
        </a:p>
      </dgm:t>
    </dgm:pt>
    <dgm:pt modelId="{691FF3B3-7DD4-45F4-B001-AD7441403162}" type="parTrans" cxnId="{1B395174-6E0D-4891-84D9-B2A301BD2299}">
      <dgm:prSet/>
      <dgm:spPr/>
      <dgm:t>
        <a:bodyPr/>
        <a:lstStyle/>
        <a:p>
          <a:endParaRPr lang="en-US"/>
        </a:p>
      </dgm:t>
    </dgm:pt>
    <dgm:pt modelId="{D408C9AF-9F99-4DE8-A1BD-D237ACE54479}" type="sibTrans" cxnId="{1B395174-6E0D-4891-84D9-B2A301BD2299}">
      <dgm:prSet/>
      <dgm:spPr/>
      <dgm:t>
        <a:bodyPr/>
        <a:lstStyle/>
        <a:p>
          <a:endParaRPr lang="en-US"/>
        </a:p>
      </dgm:t>
    </dgm:pt>
    <dgm:pt modelId="{6347DF46-914E-4A43-8176-295EBEEC1CFF}">
      <dgm:prSet/>
      <dgm:spPr/>
      <dgm:t>
        <a:bodyPr/>
        <a:lstStyle/>
        <a:p>
          <a:r>
            <a:rPr lang="en-US"/>
            <a:t>email: {</a:t>
          </a:r>
        </a:p>
      </dgm:t>
    </dgm:pt>
    <dgm:pt modelId="{DBED5E31-D54A-4E91-B615-64E304172D26}" type="parTrans" cxnId="{D1A2A671-625E-4EA6-B29D-8B82B1F76989}">
      <dgm:prSet/>
      <dgm:spPr/>
      <dgm:t>
        <a:bodyPr/>
        <a:lstStyle/>
        <a:p>
          <a:endParaRPr lang="en-US"/>
        </a:p>
      </dgm:t>
    </dgm:pt>
    <dgm:pt modelId="{16D4B42C-5CD5-4816-A53B-176CE6692A69}" type="sibTrans" cxnId="{D1A2A671-625E-4EA6-B29D-8B82B1F76989}">
      <dgm:prSet/>
      <dgm:spPr/>
      <dgm:t>
        <a:bodyPr/>
        <a:lstStyle/>
        <a:p>
          <a:endParaRPr lang="en-US"/>
        </a:p>
      </dgm:t>
    </dgm:pt>
    <dgm:pt modelId="{D66F313B-B773-4703-8017-FE99B5451099}">
      <dgm:prSet/>
      <dgm:spPr/>
      <dgm:t>
        <a:bodyPr/>
        <a:lstStyle/>
        <a:p>
          <a:r>
            <a:rPr lang="en-US"/>
            <a:t>type: String,</a:t>
          </a:r>
        </a:p>
      </dgm:t>
    </dgm:pt>
    <dgm:pt modelId="{1987B52F-98C5-4937-A088-91EB3FBC8F3E}" type="parTrans" cxnId="{BCF27486-E79E-46DA-BD75-82CCA2EEA0D9}">
      <dgm:prSet/>
      <dgm:spPr/>
      <dgm:t>
        <a:bodyPr/>
        <a:lstStyle/>
        <a:p>
          <a:endParaRPr lang="en-US"/>
        </a:p>
      </dgm:t>
    </dgm:pt>
    <dgm:pt modelId="{23AC335C-B9DE-427D-9169-43A66C6DBEE2}" type="sibTrans" cxnId="{BCF27486-E79E-46DA-BD75-82CCA2EEA0D9}">
      <dgm:prSet/>
      <dgm:spPr/>
      <dgm:t>
        <a:bodyPr/>
        <a:lstStyle/>
        <a:p>
          <a:endParaRPr lang="en-US"/>
        </a:p>
      </dgm:t>
    </dgm:pt>
    <dgm:pt modelId="{92EA9D4D-8A65-4210-9C7A-2C691FE2F1A3}">
      <dgm:prSet/>
      <dgm:spPr/>
      <dgm:t>
        <a:bodyPr/>
        <a:lstStyle/>
        <a:p>
          <a:r>
            <a:rPr lang="en-US"/>
            <a:t>required: true,</a:t>
          </a:r>
        </a:p>
      </dgm:t>
    </dgm:pt>
    <dgm:pt modelId="{2814CA17-BB98-4E2A-8C79-6EC83EB1CC20}" type="parTrans" cxnId="{4164CE31-39EF-43ED-97AB-E9E262F85624}">
      <dgm:prSet/>
      <dgm:spPr/>
      <dgm:t>
        <a:bodyPr/>
        <a:lstStyle/>
        <a:p>
          <a:endParaRPr lang="en-US"/>
        </a:p>
      </dgm:t>
    </dgm:pt>
    <dgm:pt modelId="{05DD8869-7A00-46DD-85F9-5239554DA634}" type="sibTrans" cxnId="{4164CE31-39EF-43ED-97AB-E9E262F85624}">
      <dgm:prSet/>
      <dgm:spPr/>
      <dgm:t>
        <a:bodyPr/>
        <a:lstStyle/>
        <a:p>
          <a:endParaRPr lang="en-US"/>
        </a:p>
      </dgm:t>
    </dgm:pt>
    <dgm:pt modelId="{597BCB0F-67E9-42A5-8CAA-47123B7E630B}">
      <dgm:prSet/>
      <dgm:spPr/>
      <dgm:t>
        <a:bodyPr/>
        <a:lstStyle/>
        <a:p>
          <a:r>
            <a:rPr lang="en-US"/>
            <a:t>unique: true,     // cannot repeat</a:t>
          </a:r>
        </a:p>
      </dgm:t>
    </dgm:pt>
    <dgm:pt modelId="{E6F1F7DD-6E29-4AF6-9977-F8BA70A3BAE2}" type="parTrans" cxnId="{991739C4-FE07-4F0A-AB53-0571AE24ABA3}">
      <dgm:prSet/>
      <dgm:spPr/>
      <dgm:t>
        <a:bodyPr/>
        <a:lstStyle/>
        <a:p>
          <a:endParaRPr lang="en-US"/>
        </a:p>
      </dgm:t>
    </dgm:pt>
    <dgm:pt modelId="{C1C917B4-FF76-44B1-85F2-1FD35BED5BE7}" type="sibTrans" cxnId="{991739C4-FE07-4F0A-AB53-0571AE24ABA3}">
      <dgm:prSet/>
      <dgm:spPr/>
      <dgm:t>
        <a:bodyPr/>
        <a:lstStyle/>
        <a:p>
          <a:endParaRPr lang="en-US"/>
        </a:p>
      </dgm:t>
    </dgm:pt>
    <dgm:pt modelId="{0D30DFD4-B16C-4470-B14C-6C8F825E7277}">
      <dgm:prSet/>
      <dgm:spPr/>
      <dgm:t>
        <a:bodyPr/>
        <a:lstStyle/>
        <a:p>
          <a:r>
            <a:rPr lang="en-US"/>
            <a:t>},</a:t>
          </a:r>
        </a:p>
      </dgm:t>
    </dgm:pt>
    <dgm:pt modelId="{44A207FB-1119-4AF9-9B8C-EBBA6FF62BE2}" type="parTrans" cxnId="{CB065DD8-5768-4A95-9421-47B791DE83B3}">
      <dgm:prSet/>
      <dgm:spPr/>
      <dgm:t>
        <a:bodyPr/>
        <a:lstStyle/>
        <a:p>
          <a:endParaRPr lang="en-US"/>
        </a:p>
      </dgm:t>
    </dgm:pt>
    <dgm:pt modelId="{285664CE-8EAE-460F-A520-30395CD468E0}" type="sibTrans" cxnId="{CB065DD8-5768-4A95-9421-47B791DE83B3}">
      <dgm:prSet/>
      <dgm:spPr/>
      <dgm:t>
        <a:bodyPr/>
        <a:lstStyle/>
        <a:p>
          <a:endParaRPr lang="en-US"/>
        </a:p>
      </dgm:t>
    </dgm:pt>
    <dgm:pt modelId="{7E41B646-7304-4597-959F-963556C08FB2}">
      <dgm:prSet/>
      <dgm:spPr/>
      <dgm:t>
        <a:bodyPr/>
        <a:lstStyle/>
        <a:p>
          <a:r>
            <a:rPr lang="en-US"/>
            <a:t>age: {</a:t>
          </a:r>
        </a:p>
      </dgm:t>
    </dgm:pt>
    <dgm:pt modelId="{6E1C9954-8FF1-4781-883F-62BA69DDB919}" type="parTrans" cxnId="{B4F8C8EF-8BF3-48E8-A74B-37828F49F001}">
      <dgm:prSet/>
      <dgm:spPr/>
      <dgm:t>
        <a:bodyPr/>
        <a:lstStyle/>
        <a:p>
          <a:endParaRPr lang="en-US"/>
        </a:p>
      </dgm:t>
    </dgm:pt>
    <dgm:pt modelId="{8D763459-25B8-4A6F-B4FC-6DD1598E6A9A}" type="sibTrans" cxnId="{B4F8C8EF-8BF3-48E8-A74B-37828F49F001}">
      <dgm:prSet/>
      <dgm:spPr/>
      <dgm:t>
        <a:bodyPr/>
        <a:lstStyle/>
        <a:p>
          <a:endParaRPr lang="en-US"/>
        </a:p>
      </dgm:t>
    </dgm:pt>
    <dgm:pt modelId="{4F3697AF-1DB0-4869-9504-566D90AFBD83}">
      <dgm:prSet/>
      <dgm:spPr/>
      <dgm:t>
        <a:bodyPr/>
        <a:lstStyle/>
        <a:p>
          <a:r>
            <a:rPr lang="en-US"/>
            <a:t>type: Number,</a:t>
          </a:r>
        </a:p>
      </dgm:t>
    </dgm:pt>
    <dgm:pt modelId="{A51BD6C4-F9E4-44AB-9ADB-34092F43B5AF}" type="parTrans" cxnId="{E85AC710-B4E7-4A0C-A4FC-770935A06658}">
      <dgm:prSet/>
      <dgm:spPr/>
      <dgm:t>
        <a:bodyPr/>
        <a:lstStyle/>
        <a:p>
          <a:endParaRPr lang="en-US"/>
        </a:p>
      </dgm:t>
    </dgm:pt>
    <dgm:pt modelId="{0A8E20BB-738F-4227-84C3-0297D51F01F6}" type="sibTrans" cxnId="{E85AC710-B4E7-4A0C-A4FC-770935A06658}">
      <dgm:prSet/>
      <dgm:spPr/>
      <dgm:t>
        <a:bodyPr/>
        <a:lstStyle/>
        <a:p>
          <a:endParaRPr lang="en-US"/>
        </a:p>
      </dgm:t>
    </dgm:pt>
    <dgm:pt modelId="{8211BF1A-9A02-4B19-A463-487262CCC591}">
      <dgm:prSet/>
      <dgm:spPr/>
      <dgm:t>
        <a:bodyPr/>
        <a:lstStyle/>
        <a:p>
          <a:r>
            <a:rPr lang="en-US"/>
            <a:t>default: 18,      // if not provided, set 18</a:t>
          </a:r>
        </a:p>
      </dgm:t>
    </dgm:pt>
    <dgm:pt modelId="{211D8325-7591-4EA7-8A4B-254043487F9C}" type="parTrans" cxnId="{F1F1B4C9-ADD0-45AB-BFDB-5A54D4C58EAB}">
      <dgm:prSet/>
      <dgm:spPr/>
      <dgm:t>
        <a:bodyPr/>
        <a:lstStyle/>
        <a:p>
          <a:endParaRPr lang="en-US"/>
        </a:p>
      </dgm:t>
    </dgm:pt>
    <dgm:pt modelId="{D47A959D-AC8D-4479-9C0F-04ABC75B5107}" type="sibTrans" cxnId="{F1F1B4C9-ADD0-45AB-BFDB-5A54D4C58EAB}">
      <dgm:prSet/>
      <dgm:spPr/>
      <dgm:t>
        <a:bodyPr/>
        <a:lstStyle/>
        <a:p>
          <a:endParaRPr lang="en-US"/>
        </a:p>
      </dgm:t>
    </dgm:pt>
    <dgm:pt modelId="{65467AA5-CF62-436B-978E-A0E9FAD7D111}">
      <dgm:prSet/>
      <dgm:spPr/>
      <dgm:t>
        <a:bodyPr/>
        <a:lstStyle/>
        <a:p>
          <a:r>
            <a:rPr lang="en-US"/>
            <a:t>},</a:t>
          </a:r>
        </a:p>
      </dgm:t>
    </dgm:pt>
    <dgm:pt modelId="{B48EDE8D-7225-4F28-BE84-010F4267EC70}" type="parTrans" cxnId="{99077988-99E9-4672-996C-7D8340C14EA6}">
      <dgm:prSet/>
      <dgm:spPr/>
      <dgm:t>
        <a:bodyPr/>
        <a:lstStyle/>
        <a:p>
          <a:endParaRPr lang="en-US"/>
        </a:p>
      </dgm:t>
    </dgm:pt>
    <dgm:pt modelId="{609C1996-9DC0-4C73-9E43-E51E44D4E08E}" type="sibTrans" cxnId="{99077988-99E9-4672-996C-7D8340C14EA6}">
      <dgm:prSet/>
      <dgm:spPr/>
      <dgm:t>
        <a:bodyPr/>
        <a:lstStyle/>
        <a:p>
          <a:endParaRPr lang="en-US"/>
        </a:p>
      </dgm:t>
    </dgm:pt>
    <dgm:pt modelId="{5AB24061-7EE2-43D2-8195-E634211D33C9}">
      <dgm:prSet/>
      <dgm:spPr/>
      <dgm:t>
        <a:bodyPr/>
        <a:lstStyle/>
        <a:p>
          <a:r>
            <a:rPr lang="en-US"/>
            <a:t>});</a:t>
          </a:r>
        </a:p>
      </dgm:t>
    </dgm:pt>
    <dgm:pt modelId="{99743B36-4DA0-4AB8-A136-02B8CFA8195A}" type="parTrans" cxnId="{29AFF2C2-52E7-4C3B-BF1C-E3F43359E343}">
      <dgm:prSet/>
      <dgm:spPr/>
      <dgm:t>
        <a:bodyPr/>
        <a:lstStyle/>
        <a:p>
          <a:endParaRPr lang="en-US"/>
        </a:p>
      </dgm:t>
    </dgm:pt>
    <dgm:pt modelId="{2629E09F-324D-45B3-96B2-052ED74646B2}" type="sibTrans" cxnId="{29AFF2C2-52E7-4C3B-BF1C-E3F43359E343}">
      <dgm:prSet/>
      <dgm:spPr/>
      <dgm:t>
        <a:bodyPr/>
        <a:lstStyle/>
        <a:p>
          <a:endParaRPr lang="en-US"/>
        </a:p>
      </dgm:t>
    </dgm:pt>
    <dgm:pt modelId="{CDA42562-0F29-4CAE-A78C-E8153E626426}">
      <dgm:prSet/>
      <dgm:spPr/>
      <dgm:t>
        <a:bodyPr/>
        <a:lstStyle/>
        <a:p>
          <a:r>
            <a:rPr lang="en-US"/>
            <a:t>// 2. Export model: connects schema to a collectionW</a:t>
          </a:r>
        </a:p>
      </dgm:t>
    </dgm:pt>
    <dgm:pt modelId="{E779CA52-3A79-4595-8015-F416A4EE92F0}" type="parTrans" cxnId="{B28BEF65-7874-4DB5-94AD-4D75AC61D57B}">
      <dgm:prSet/>
      <dgm:spPr/>
      <dgm:t>
        <a:bodyPr/>
        <a:lstStyle/>
        <a:p>
          <a:endParaRPr lang="en-US"/>
        </a:p>
      </dgm:t>
    </dgm:pt>
    <dgm:pt modelId="{FEEC8D16-7308-4648-8293-509E2574A684}" type="sibTrans" cxnId="{B28BEF65-7874-4DB5-94AD-4D75AC61D57B}">
      <dgm:prSet/>
      <dgm:spPr/>
      <dgm:t>
        <a:bodyPr/>
        <a:lstStyle/>
        <a:p>
          <a:endParaRPr lang="en-US"/>
        </a:p>
      </dgm:t>
    </dgm:pt>
    <dgm:pt modelId="{2F43EC3E-9303-428E-8248-8FD6782E48F7}">
      <dgm:prSet/>
      <dgm:spPr/>
      <dgm:t>
        <a:bodyPr/>
        <a:lstStyle/>
        <a:p>
          <a:r>
            <a:rPr lang="en-US"/>
            <a:t>module.exports = mongoose.model("User", UserSchema);</a:t>
          </a:r>
        </a:p>
      </dgm:t>
    </dgm:pt>
    <dgm:pt modelId="{779F0CB9-06E6-4C57-93A7-36C3E3D29394}" type="parTrans" cxnId="{0B069895-1ABF-4E4B-B3D8-9C7E7D46D58C}">
      <dgm:prSet/>
      <dgm:spPr/>
      <dgm:t>
        <a:bodyPr/>
        <a:lstStyle/>
        <a:p>
          <a:endParaRPr lang="en-US"/>
        </a:p>
      </dgm:t>
    </dgm:pt>
    <dgm:pt modelId="{3E9150F8-FC2B-4468-86A7-AFEDD52AE306}" type="sibTrans" cxnId="{0B069895-1ABF-4E4B-B3D8-9C7E7D46D58C}">
      <dgm:prSet/>
      <dgm:spPr/>
      <dgm:t>
        <a:bodyPr/>
        <a:lstStyle/>
        <a:p>
          <a:endParaRPr lang="en-US"/>
        </a:p>
      </dgm:t>
    </dgm:pt>
    <dgm:pt modelId="{2E6C60E1-15B1-4282-A5DA-F9AA3F354A73}" type="pres">
      <dgm:prSet presAssocID="{AFE56ED5-934B-4289-802B-EBC326B8D233}" presName="vert0" presStyleCnt="0">
        <dgm:presLayoutVars>
          <dgm:dir/>
          <dgm:animOne val="branch"/>
          <dgm:animLvl val="lvl"/>
        </dgm:presLayoutVars>
      </dgm:prSet>
      <dgm:spPr/>
    </dgm:pt>
    <dgm:pt modelId="{9F479EEB-8EB1-4B21-90A8-01710672C1D3}" type="pres">
      <dgm:prSet presAssocID="{1DB485C1-15C8-4AAC-AB2D-96A8F16A8183}" presName="thickLine" presStyleLbl="alignNode1" presStyleIdx="0" presStyleCnt="19"/>
      <dgm:spPr/>
    </dgm:pt>
    <dgm:pt modelId="{4D4983B4-24E1-46D5-9269-AB41831C1419}" type="pres">
      <dgm:prSet presAssocID="{1DB485C1-15C8-4AAC-AB2D-96A8F16A8183}" presName="horz1" presStyleCnt="0"/>
      <dgm:spPr/>
    </dgm:pt>
    <dgm:pt modelId="{A325599D-2677-47C3-9398-116A1487FAC3}" type="pres">
      <dgm:prSet presAssocID="{1DB485C1-15C8-4AAC-AB2D-96A8F16A8183}" presName="tx1" presStyleLbl="revTx" presStyleIdx="0" presStyleCnt="19"/>
      <dgm:spPr/>
    </dgm:pt>
    <dgm:pt modelId="{FB52F40E-4C2F-4513-AB45-4896C45E6477}" type="pres">
      <dgm:prSet presAssocID="{1DB485C1-15C8-4AAC-AB2D-96A8F16A8183}" presName="vert1" presStyleCnt="0"/>
      <dgm:spPr/>
    </dgm:pt>
    <dgm:pt modelId="{350AA3DD-E4D0-4A10-B300-EE66F56002B8}" type="pres">
      <dgm:prSet presAssocID="{42E30611-5665-42FC-88DB-CA514044C648}" presName="thickLine" presStyleLbl="alignNode1" presStyleIdx="1" presStyleCnt="19"/>
      <dgm:spPr/>
    </dgm:pt>
    <dgm:pt modelId="{2EF1BFFC-1DF3-47E9-B3BF-68DE09E3B473}" type="pres">
      <dgm:prSet presAssocID="{42E30611-5665-42FC-88DB-CA514044C648}" presName="horz1" presStyleCnt="0"/>
      <dgm:spPr/>
    </dgm:pt>
    <dgm:pt modelId="{ADB23B07-CCC4-4EE3-8122-700973CC4E2F}" type="pres">
      <dgm:prSet presAssocID="{42E30611-5665-42FC-88DB-CA514044C648}" presName="tx1" presStyleLbl="revTx" presStyleIdx="1" presStyleCnt="19"/>
      <dgm:spPr/>
    </dgm:pt>
    <dgm:pt modelId="{D218F7D8-1810-4E7F-BB54-070AE76789DC}" type="pres">
      <dgm:prSet presAssocID="{42E30611-5665-42FC-88DB-CA514044C648}" presName="vert1" presStyleCnt="0"/>
      <dgm:spPr/>
    </dgm:pt>
    <dgm:pt modelId="{DD5E1568-4008-453C-8A84-0C04A940A06B}" type="pres">
      <dgm:prSet presAssocID="{A4BBC2B7-ED48-49F8-80CA-EF83973111A3}" presName="thickLine" presStyleLbl="alignNode1" presStyleIdx="2" presStyleCnt="19"/>
      <dgm:spPr/>
    </dgm:pt>
    <dgm:pt modelId="{94800F9D-210B-4618-A3A0-B92FFB386601}" type="pres">
      <dgm:prSet presAssocID="{A4BBC2B7-ED48-49F8-80CA-EF83973111A3}" presName="horz1" presStyleCnt="0"/>
      <dgm:spPr/>
    </dgm:pt>
    <dgm:pt modelId="{C8BCA63F-E7C7-4EA3-A5C8-247680654B90}" type="pres">
      <dgm:prSet presAssocID="{A4BBC2B7-ED48-49F8-80CA-EF83973111A3}" presName="tx1" presStyleLbl="revTx" presStyleIdx="2" presStyleCnt="19"/>
      <dgm:spPr/>
    </dgm:pt>
    <dgm:pt modelId="{1324D02A-852A-44CC-B0DB-AF81F3109960}" type="pres">
      <dgm:prSet presAssocID="{A4BBC2B7-ED48-49F8-80CA-EF83973111A3}" presName="vert1" presStyleCnt="0"/>
      <dgm:spPr/>
    </dgm:pt>
    <dgm:pt modelId="{6491B16D-0FFF-4387-BE6D-4A25C7DB12C2}" type="pres">
      <dgm:prSet presAssocID="{4C1703DA-C6B0-4CE9-A48A-EDF96419DE34}" presName="thickLine" presStyleLbl="alignNode1" presStyleIdx="3" presStyleCnt="19"/>
      <dgm:spPr/>
    </dgm:pt>
    <dgm:pt modelId="{0532F6D9-4AB6-4E66-9314-FE79A6CCFBE0}" type="pres">
      <dgm:prSet presAssocID="{4C1703DA-C6B0-4CE9-A48A-EDF96419DE34}" presName="horz1" presStyleCnt="0"/>
      <dgm:spPr/>
    </dgm:pt>
    <dgm:pt modelId="{E3D705F1-87C1-494D-9A8D-8727AE304EF4}" type="pres">
      <dgm:prSet presAssocID="{4C1703DA-C6B0-4CE9-A48A-EDF96419DE34}" presName="tx1" presStyleLbl="revTx" presStyleIdx="3" presStyleCnt="19"/>
      <dgm:spPr/>
    </dgm:pt>
    <dgm:pt modelId="{250E9A4E-6184-4FA7-9458-7EA9F3E7D5B8}" type="pres">
      <dgm:prSet presAssocID="{4C1703DA-C6B0-4CE9-A48A-EDF96419DE34}" presName="vert1" presStyleCnt="0"/>
      <dgm:spPr/>
    </dgm:pt>
    <dgm:pt modelId="{4F0BE8ED-E6C0-405A-8C2D-7168D09C2DE5}" type="pres">
      <dgm:prSet presAssocID="{30B42944-A60F-4F31-91F2-F364D9E6B273}" presName="thickLine" presStyleLbl="alignNode1" presStyleIdx="4" presStyleCnt="19"/>
      <dgm:spPr/>
    </dgm:pt>
    <dgm:pt modelId="{4683F938-B0AE-4345-A800-BCAC8637E958}" type="pres">
      <dgm:prSet presAssocID="{30B42944-A60F-4F31-91F2-F364D9E6B273}" presName="horz1" presStyleCnt="0"/>
      <dgm:spPr/>
    </dgm:pt>
    <dgm:pt modelId="{897681EC-0986-481B-9922-B1C72B536079}" type="pres">
      <dgm:prSet presAssocID="{30B42944-A60F-4F31-91F2-F364D9E6B273}" presName="tx1" presStyleLbl="revTx" presStyleIdx="4" presStyleCnt="19"/>
      <dgm:spPr/>
    </dgm:pt>
    <dgm:pt modelId="{9749F71A-15AA-49AA-86A2-1F3AD1217589}" type="pres">
      <dgm:prSet presAssocID="{30B42944-A60F-4F31-91F2-F364D9E6B273}" presName="vert1" presStyleCnt="0"/>
      <dgm:spPr/>
    </dgm:pt>
    <dgm:pt modelId="{7DF237E8-7176-4E52-B2F3-F4544F79945E}" type="pres">
      <dgm:prSet presAssocID="{81CE61F6-60A9-4918-B306-7FCCF8292093}" presName="thickLine" presStyleLbl="alignNode1" presStyleIdx="5" presStyleCnt="19"/>
      <dgm:spPr/>
    </dgm:pt>
    <dgm:pt modelId="{97E4E54B-5248-400C-836B-69F4CDB6391F}" type="pres">
      <dgm:prSet presAssocID="{81CE61F6-60A9-4918-B306-7FCCF8292093}" presName="horz1" presStyleCnt="0"/>
      <dgm:spPr/>
    </dgm:pt>
    <dgm:pt modelId="{311104F9-1CFF-46C1-84BF-F49E1C750B43}" type="pres">
      <dgm:prSet presAssocID="{81CE61F6-60A9-4918-B306-7FCCF8292093}" presName="tx1" presStyleLbl="revTx" presStyleIdx="5" presStyleCnt="19"/>
      <dgm:spPr/>
    </dgm:pt>
    <dgm:pt modelId="{F9725C46-C359-4994-A85A-5BB9998D20AE}" type="pres">
      <dgm:prSet presAssocID="{81CE61F6-60A9-4918-B306-7FCCF8292093}" presName="vert1" presStyleCnt="0"/>
      <dgm:spPr/>
    </dgm:pt>
    <dgm:pt modelId="{3B3774A1-C840-48B2-829B-F0F7ADF1BC12}" type="pres">
      <dgm:prSet presAssocID="{7EA00BE8-1E70-4BBA-9CBD-BF5B055AFF17}" presName="thickLine" presStyleLbl="alignNode1" presStyleIdx="6" presStyleCnt="19"/>
      <dgm:spPr/>
    </dgm:pt>
    <dgm:pt modelId="{C3C8DE61-05AE-4B63-8A45-FD47C7F55EC2}" type="pres">
      <dgm:prSet presAssocID="{7EA00BE8-1E70-4BBA-9CBD-BF5B055AFF17}" presName="horz1" presStyleCnt="0"/>
      <dgm:spPr/>
    </dgm:pt>
    <dgm:pt modelId="{DB9E3397-6C67-4814-8116-52010E3785EF}" type="pres">
      <dgm:prSet presAssocID="{7EA00BE8-1E70-4BBA-9CBD-BF5B055AFF17}" presName="tx1" presStyleLbl="revTx" presStyleIdx="6" presStyleCnt="19"/>
      <dgm:spPr/>
    </dgm:pt>
    <dgm:pt modelId="{309AB02F-C4F5-4031-86EF-97BE6E3B0609}" type="pres">
      <dgm:prSet presAssocID="{7EA00BE8-1E70-4BBA-9CBD-BF5B055AFF17}" presName="vert1" presStyleCnt="0"/>
      <dgm:spPr/>
    </dgm:pt>
    <dgm:pt modelId="{9C7741C9-9379-4E45-B86A-B2001AD867C5}" type="pres">
      <dgm:prSet presAssocID="{6347DF46-914E-4A43-8176-295EBEEC1CFF}" presName="thickLine" presStyleLbl="alignNode1" presStyleIdx="7" presStyleCnt="19"/>
      <dgm:spPr/>
    </dgm:pt>
    <dgm:pt modelId="{A6B5BC4C-A3D0-4D96-B425-DBE73F7F9B12}" type="pres">
      <dgm:prSet presAssocID="{6347DF46-914E-4A43-8176-295EBEEC1CFF}" presName="horz1" presStyleCnt="0"/>
      <dgm:spPr/>
    </dgm:pt>
    <dgm:pt modelId="{CADFE76A-C342-47B0-917F-87514AD18193}" type="pres">
      <dgm:prSet presAssocID="{6347DF46-914E-4A43-8176-295EBEEC1CFF}" presName="tx1" presStyleLbl="revTx" presStyleIdx="7" presStyleCnt="19"/>
      <dgm:spPr/>
    </dgm:pt>
    <dgm:pt modelId="{8FE834E1-02FD-4BE5-9B87-D4BB5B27B43E}" type="pres">
      <dgm:prSet presAssocID="{6347DF46-914E-4A43-8176-295EBEEC1CFF}" presName="vert1" presStyleCnt="0"/>
      <dgm:spPr/>
    </dgm:pt>
    <dgm:pt modelId="{47628AA8-688E-4B54-B2C4-9BB9C10EA313}" type="pres">
      <dgm:prSet presAssocID="{D66F313B-B773-4703-8017-FE99B5451099}" presName="thickLine" presStyleLbl="alignNode1" presStyleIdx="8" presStyleCnt="19"/>
      <dgm:spPr/>
    </dgm:pt>
    <dgm:pt modelId="{8FAE7CEC-A7B7-4EFD-B5FF-CBB6539C020D}" type="pres">
      <dgm:prSet presAssocID="{D66F313B-B773-4703-8017-FE99B5451099}" presName="horz1" presStyleCnt="0"/>
      <dgm:spPr/>
    </dgm:pt>
    <dgm:pt modelId="{46F56FEC-B68E-46E1-A5A9-77A33B1D30C8}" type="pres">
      <dgm:prSet presAssocID="{D66F313B-B773-4703-8017-FE99B5451099}" presName="tx1" presStyleLbl="revTx" presStyleIdx="8" presStyleCnt="19"/>
      <dgm:spPr/>
    </dgm:pt>
    <dgm:pt modelId="{E2956A3C-7838-4B38-934E-9443A3D5FB5C}" type="pres">
      <dgm:prSet presAssocID="{D66F313B-B773-4703-8017-FE99B5451099}" presName="vert1" presStyleCnt="0"/>
      <dgm:spPr/>
    </dgm:pt>
    <dgm:pt modelId="{C04ADD41-9528-4A9C-A77E-B3A1EB450FF0}" type="pres">
      <dgm:prSet presAssocID="{92EA9D4D-8A65-4210-9C7A-2C691FE2F1A3}" presName="thickLine" presStyleLbl="alignNode1" presStyleIdx="9" presStyleCnt="19"/>
      <dgm:spPr/>
    </dgm:pt>
    <dgm:pt modelId="{559B0952-570B-41E9-9B0E-D2B8927A8ACF}" type="pres">
      <dgm:prSet presAssocID="{92EA9D4D-8A65-4210-9C7A-2C691FE2F1A3}" presName="horz1" presStyleCnt="0"/>
      <dgm:spPr/>
    </dgm:pt>
    <dgm:pt modelId="{0CF5CAF9-6CF7-445E-9F67-ADFF70C13CF1}" type="pres">
      <dgm:prSet presAssocID="{92EA9D4D-8A65-4210-9C7A-2C691FE2F1A3}" presName="tx1" presStyleLbl="revTx" presStyleIdx="9" presStyleCnt="19"/>
      <dgm:spPr/>
    </dgm:pt>
    <dgm:pt modelId="{6B08BCE5-73CC-4CD3-80FC-FC044D625683}" type="pres">
      <dgm:prSet presAssocID="{92EA9D4D-8A65-4210-9C7A-2C691FE2F1A3}" presName="vert1" presStyleCnt="0"/>
      <dgm:spPr/>
    </dgm:pt>
    <dgm:pt modelId="{8239BC64-7F18-4C81-BC4C-DE056CE22378}" type="pres">
      <dgm:prSet presAssocID="{597BCB0F-67E9-42A5-8CAA-47123B7E630B}" presName="thickLine" presStyleLbl="alignNode1" presStyleIdx="10" presStyleCnt="19"/>
      <dgm:spPr/>
    </dgm:pt>
    <dgm:pt modelId="{FDAFE652-C82D-4FDB-8A3B-27C753A26359}" type="pres">
      <dgm:prSet presAssocID="{597BCB0F-67E9-42A5-8CAA-47123B7E630B}" presName="horz1" presStyleCnt="0"/>
      <dgm:spPr/>
    </dgm:pt>
    <dgm:pt modelId="{1F3FAF0E-0F7F-4CFE-9189-79ADE1C5BD06}" type="pres">
      <dgm:prSet presAssocID="{597BCB0F-67E9-42A5-8CAA-47123B7E630B}" presName="tx1" presStyleLbl="revTx" presStyleIdx="10" presStyleCnt="19"/>
      <dgm:spPr/>
    </dgm:pt>
    <dgm:pt modelId="{583D3429-76CF-4BAC-90F9-AF8B40FA0FB2}" type="pres">
      <dgm:prSet presAssocID="{597BCB0F-67E9-42A5-8CAA-47123B7E630B}" presName="vert1" presStyleCnt="0"/>
      <dgm:spPr/>
    </dgm:pt>
    <dgm:pt modelId="{F689E33F-BF8E-462C-A4EB-8565E9E4BDA8}" type="pres">
      <dgm:prSet presAssocID="{0D30DFD4-B16C-4470-B14C-6C8F825E7277}" presName="thickLine" presStyleLbl="alignNode1" presStyleIdx="11" presStyleCnt="19"/>
      <dgm:spPr/>
    </dgm:pt>
    <dgm:pt modelId="{5BD313F3-CC88-467D-B987-545E1ABBDA9D}" type="pres">
      <dgm:prSet presAssocID="{0D30DFD4-B16C-4470-B14C-6C8F825E7277}" presName="horz1" presStyleCnt="0"/>
      <dgm:spPr/>
    </dgm:pt>
    <dgm:pt modelId="{0EF5D692-42E6-4D8C-B48D-91E1C2AC78ED}" type="pres">
      <dgm:prSet presAssocID="{0D30DFD4-B16C-4470-B14C-6C8F825E7277}" presName="tx1" presStyleLbl="revTx" presStyleIdx="11" presStyleCnt="19"/>
      <dgm:spPr/>
    </dgm:pt>
    <dgm:pt modelId="{EBE3FF95-1FDA-4192-89E2-B9AC17029ECF}" type="pres">
      <dgm:prSet presAssocID="{0D30DFD4-B16C-4470-B14C-6C8F825E7277}" presName="vert1" presStyleCnt="0"/>
      <dgm:spPr/>
    </dgm:pt>
    <dgm:pt modelId="{C511C3A8-BF0F-4DF3-A101-74CB9167F2A4}" type="pres">
      <dgm:prSet presAssocID="{7E41B646-7304-4597-959F-963556C08FB2}" presName="thickLine" presStyleLbl="alignNode1" presStyleIdx="12" presStyleCnt="19"/>
      <dgm:spPr/>
    </dgm:pt>
    <dgm:pt modelId="{EAFFA81A-7FDC-4858-AB54-86343920BB41}" type="pres">
      <dgm:prSet presAssocID="{7E41B646-7304-4597-959F-963556C08FB2}" presName="horz1" presStyleCnt="0"/>
      <dgm:spPr/>
    </dgm:pt>
    <dgm:pt modelId="{91BB41DC-BD0F-4480-AB63-73DC030E1564}" type="pres">
      <dgm:prSet presAssocID="{7E41B646-7304-4597-959F-963556C08FB2}" presName="tx1" presStyleLbl="revTx" presStyleIdx="12" presStyleCnt="19"/>
      <dgm:spPr/>
    </dgm:pt>
    <dgm:pt modelId="{4309FF36-0EE5-43E4-91C9-6DDDFFA17DB9}" type="pres">
      <dgm:prSet presAssocID="{7E41B646-7304-4597-959F-963556C08FB2}" presName="vert1" presStyleCnt="0"/>
      <dgm:spPr/>
    </dgm:pt>
    <dgm:pt modelId="{E39BF781-D78E-4CA7-9AB4-21A4A052992A}" type="pres">
      <dgm:prSet presAssocID="{4F3697AF-1DB0-4869-9504-566D90AFBD83}" presName="thickLine" presStyleLbl="alignNode1" presStyleIdx="13" presStyleCnt="19"/>
      <dgm:spPr/>
    </dgm:pt>
    <dgm:pt modelId="{CE6293D4-948C-4B0D-B61C-C437FE0AD2A4}" type="pres">
      <dgm:prSet presAssocID="{4F3697AF-1DB0-4869-9504-566D90AFBD83}" presName="horz1" presStyleCnt="0"/>
      <dgm:spPr/>
    </dgm:pt>
    <dgm:pt modelId="{2FAA0738-785A-40B9-9C7C-E737B32AFDFE}" type="pres">
      <dgm:prSet presAssocID="{4F3697AF-1DB0-4869-9504-566D90AFBD83}" presName="tx1" presStyleLbl="revTx" presStyleIdx="13" presStyleCnt="19"/>
      <dgm:spPr/>
    </dgm:pt>
    <dgm:pt modelId="{3E75EF64-81BB-4491-94BA-132F26A9A465}" type="pres">
      <dgm:prSet presAssocID="{4F3697AF-1DB0-4869-9504-566D90AFBD83}" presName="vert1" presStyleCnt="0"/>
      <dgm:spPr/>
    </dgm:pt>
    <dgm:pt modelId="{AF288872-2A9F-4B73-978F-586F426657F7}" type="pres">
      <dgm:prSet presAssocID="{8211BF1A-9A02-4B19-A463-487262CCC591}" presName="thickLine" presStyleLbl="alignNode1" presStyleIdx="14" presStyleCnt="19"/>
      <dgm:spPr/>
    </dgm:pt>
    <dgm:pt modelId="{4B54DB3D-0F3E-4943-8BEC-83925DD09147}" type="pres">
      <dgm:prSet presAssocID="{8211BF1A-9A02-4B19-A463-487262CCC591}" presName="horz1" presStyleCnt="0"/>
      <dgm:spPr/>
    </dgm:pt>
    <dgm:pt modelId="{1C47BE73-B375-4422-A412-B821F1567F02}" type="pres">
      <dgm:prSet presAssocID="{8211BF1A-9A02-4B19-A463-487262CCC591}" presName="tx1" presStyleLbl="revTx" presStyleIdx="14" presStyleCnt="19"/>
      <dgm:spPr/>
    </dgm:pt>
    <dgm:pt modelId="{D9CC6BF5-224D-42B2-9801-1234FC70057D}" type="pres">
      <dgm:prSet presAssocID="{8211BF1A-9A02-4B19-A463-487262CCC591}" presName="vert1" presStyleCnt="0"/>
      <dgm:spPr/>
    </dgm:pt>
    <dgm:pt modelId="{E4DFDFEC-8A2E-4A1C-8958-64465584E672}" type="pres">
      <dgm:prSet presAssocID="{65467AA5-CF62-436B-978E-A0E9FAD7D111}" presName="thickLine" presStyleLbl="alignNode1" presStyleIdx="15" presStyleCnt="19"/>
      <dgm:spPr/>
    </dgm:pt>
    <dgm:pt modelId="{EEAB5D26-7028-4458-96F3-08227CA6318B}" type="pres">
      <dgm:prSet presAssocID="{65467AA5-CF62-436B-978E-A0E9FAD7D111}" presName="horz1" presStyleCnt="0"/>
      <dgm:spPr/>
    </dgm:pt>
    <dgm:pt modelId="{32C9F0EE-9DBE-418F-8C1F-EA3CDF90BE29}" type="pres">
      <dgm:prSet presAssocID="{65467AA5-CF62-436B-978E-A0E9FAD7D111}" presName="tx1" presStyleLbl="revTx" presStyleIdx="15" presStyleCnt="19"/>
      <dgm:spPr/>
    </dgm:pt>
    <dgm:pt modelId="{9B1EDB5B-B82C-4F57-AEED-EA7FB51C78CB}" type="pres">
      <dgm:prSet presAssocID="{65467AA5-CF62-436B-978E-A0E9FAD7D111}" presName="vert1" presStyleCnt="0"/>
      <dgm:spPr/>
    </dgm:pt>
    <dgm:pt modelId="{13259524-C7EC-46CF-B31C-D79EAC4DEF08}" type="pres">
      <dgm:prSet presAssocID="{5AB24061-7EE2-43D2-8195-E634211D33C9}" presName="thickLine" presStyleLbl="alignNode1" presStyleIdx="16" presStyleCnt="19"/>
      <dgm:spPr/>
    </dgm:pt>
    <dgm:pt modelId="{DEE67E34-ADB7-4FDA-8334-C33828AAD73A}" type="pres">
      <dgm:prSet presAssocID="{5AB24061-7EE2-43D2-8195-E634211D33C9}" presName="horz1" presStyleCnt="0"/>
      <dgm:spPr/>
    </dgm:pt>
    <dgm:pt modelId="{F0A7F025-0B04-4F0D-92A2-C380EB233AC1}" type="pres">
      <dgm:prSet presAssocID="{5AB24061-7EE2-43D2-8195-E634211D33C9}" presName="tx1" presStyleLbl="revTx" presStyleIdx="16" presStyleCnt="19"/>
      <dgm:spPr/>
    </dgm:pt>
    <dgm:pt modelId="{A5CF206D-E57C-48AF-B9D5-5238D5C5E116}" type="pres">
      <dgm:prSet presAssocID="{5AB24061-7EE2-43D2-8195-E634211D33C9}" presName="vert1" presStyleCnt="0"/>
      <dgm:spPr/>
    </dgm:pt>
    <dgm:pt modelId="{04FB2F97-DB8F-4E6B-AD9A-AF184EFB97D0}" type="pres">
      <dgm:prSet presAssocID="{CDA42562-0F29-4CAE-A78C-E8153E626426}" presName="thickLine" presStyleLbl="alignNode1" presStyleIdx="17" presStyleCnt="19"/>
      <dgm:spPr/>
    </dgm:pt>
    <dgm:pt modelId="{CAA031E4-66DD-4204-8BA4-973555F6E04C}" type="pres">
      <dgm:prSet presAssocID="{CDA42562-0F29-4CAE-A78C-E8153E626426}" presName="horz1" presStyleCnt="0"/>
      <dgm:spPr/>
    </dgm:pt>
    <dgm:pt modelId="{E8DAB1D1-07BB-458A-929B-D5723B1C5319}" type="pres">
      <dgm:prSet presAssocID="{CDA42562-0F29-4CAE-A78C-E8153E626426}" presName="tx1" presStyleLbl="revTx" presStyleIdx="17" presStyleCnt="19"/>
      <dgm:spPr/>
    </dgm:pt>
    <dgm:pt modelId="{FE502DB2-1D22-41EB-ADE1-E64591F853B0}" type="pres">
      <dgm:prSet presAssocID="{CDA42562-0F29-4CAE-A78C-E8153E626426}" presName="vert1" presStyleCnt="0"/>
      <dgm:spPr/>
    </dgm:pt>
    <dgm:pt modelId="{98B40C5C-B650-4399-84C9-F663431B7229}" type="pres">
      <dgm:prSet presAssocID="{2F43EC3E-9303-428E-8248-8FD6782E48F7}" presName="thickLine" presStyleLbl="alignNode1" presStyleIdx="18" presStyleCnt="19"/>
      <dgm:spPr/>
    </dgm:pt>
    <dgm:pt modelId="{74176B86-BE02-4771-A2D8-17EE8A0AB5F7}" type="pres">
      <dgm:prSet presAssocID="{2F43EC3E-9303-428E-8248-8FD6782E48F7}" presName="horz1" presStyleCnt="0"/>
      <dgm:spPr/>
    </dgm:pt>
    <dgm:pt modelId="{B4700765-206D-45A6-B322-18038DFC2037}" type="pres">
      <dgm:prSet presAssocID="{2F43EC3E-9303-428E-8248-8FD6782E48F7}" presName="tx1" presStyleLbl="revTx" presStyleIdx="18" presStyleCnt="19"/>
      <dgm:spPr/>
    </dgm:pt>
    <dgm:pt modelId="{E39B9BAC-18DB-424D-BB3D-74E92DAFFC3B}" type="pres">
      <dgm:prSet presAssocID="{2F43EC3E-9303-428E-8248-8FD6782E48F7}" presName="vert1" presStyleCnt="0"/>
      <dgm:spPr/>
    </dgm:pt>
  </dgm:ptLst>
  <dgm:cxnLst>
    <dgm:cxn modelId="{70659A06-04FD-486C-A6F3-C897E8944A97}" type="presOf" srcId="{1DB485C1-15C8-4AAC-AB2D-96A8F16A8183}" destId="{A325599D-2677-47C3-9398-116A1487FAC3}" srcOrd="0" destOrd="0" presId="urn:microsoft.com/office/officeart/2008/layout/LinedList"/>
    <dgm:cxn modelId="{6D3B5A0F-43C4-418C-B8B3-185FE8DF9EF5}" srcId="{AFE56ED5-934B-4289-802B-EBC326B8D233}" destId="{4C1703DA-C6B0-4CE9-A48A-EDF96419DE34}" srcOrd="3" destOrd="0" parTransId="{A17DF6A1-B03E-418D-8580-5FFCAAF7A31E}" sibTransId="{565EF65E-8E05-43E4-B68C-93687268D1B4}"/>
    <dgm:cxn modelId="{E85AC710-B4E7-4A0C-A4FC-770935A06658}" srcId="{AFE56ED5-934B-4289-802B-EBC326B8D233}" destId="{4F3697AF-1DB0-4869-9504-566D90AFBD83}" srcOrd="13" destOrd="0" parTransId="{A51BD6C4-F9E4-44AB-9ADB-34092F43B5AF}" sibTransId="{0A8E20BB-738F-4227-84C3-0297D51F01F6}"/>
    <dgm:cxn modelId="{344B1913-FAE1-4CA5-B848-7F8ED313751C}" type="presOf" srcId="{5AB24061-7EE2-43D2-8195-E634211D33C9}" destId="{F0A7F025-0B04-4F0D-92A2-C380EB233AC1}" srcOrd="0" destOrd="0" presId="urn:microsoft.com/office/officeart/2008/layout/LinedList"/>
    <dgm:cxn modelId="{8F9FC017-943F-493C-94EE-DB76313CCA03}" type="presOf" srcId="{4F3697AF-1DB0-4869-9504-566D90AFBD83}" destId="{2FAA0738-785A-40B9-9C7C-E737B32AFDFE}" srcOrd="0" destOrd="0" presId="urn:microsoft.com/office/officeart/2008/layout/LinedList"/>
    <dgm:cxn modelId="{AF453E19-A268-4D29-A8E5-F7DB0F42C8D6}" type="presOf" srcId="{65467AA5-CF62-436B-978E-A0E9FAD7D111}" destId="{32C9F0EE-9DBE-418F-8C1F-EA3CDF90BE29}" srcOrd="0" destOrd="0" presId="urn:microsoft.com/office/officeart/2008/layout/LinedList"/>
    <dgm:cxn modelId="{8657E222-823D-4322-AB89-8C7BE70B76AB}" type="presOf" srcId="{30B42944-A60F-4F31-91F2-F364D9E6B273}" destId="{897681EC-0986-481B-9922-B1C72B536079}" srcOrd="0" destOrd="0" presId="urn:microsoft.com/office/officeart/2008/layout/LinedList"/>
    <dgm:cxn modelId="{EF521124-7F14-4B90-8948-FBC6F102EBAA}" type="presOf" srcId="{CDA42562-0F29-4CAE-A78C-E8153E626426}" destId="{E8DAB1D1-07BB-458A-929B-D5723B1C5319}" srcOrd="0" destOrd="0" presId="urn:microsoft.com/office/officeart/2008/layout/LinedList"/>
    <dgm:cxn modelId="{3F6FB924-639B-4D76-9903-6512EF9FEF0C}" type="presOf" srcId="{7EA00BE8-1E70-4BBA-9CBD-BF5B055AFF17}" destId="{DB9E3397-6C67-4814-8116-52010E3785EF}" srcOrd="0" destOrd="0" presId="urn:microsoft.com/office/officeart/2008/layout/LinedList"/>
    <dgm:cxn modelId="{70AC1E26-1BBC-4EF4-8C1B-162A291C7FB1}" type="presOf" srcId="{42E30611-5665-42FC-88DB-CA514044C648}" destId="{ADB23B07-CCC4-4EE3-8122-700973CC4E2F}" srcOrd="0" destOrd="0" presId="urn:microsoft.com/office/officeart/2008/layout/LinedList"/>
    <dgm:cxn modelId="{F722DF28-8B79-4ACA-8FE3-BDFF0EF40FC2}" type="presOf" srcId="{0D30DFD4-B16C-4470-B14C-6C8F825E7277}" destId="{0EF5D692-42E6-4D8C-B48D-91E1C2AC78ED}" srcOrd="0" destOrd="0" presId="urn:microsoft.com/office/officeart/2008/layout/LinedList"/>
    <dgm:cxn modelId="{4164CE31-39EF-43ED-97AB-E9E262F85624}" srcId="{AFE56ED5-934B-4289-802B-EBC326B8D233}" destId="{92EA9D4D-8A65-4210-9C7A-2C691FE2F1A3}" srcOrd="9" destOrd="0" parTransId="{2814CA17-BB98-4E2A-8C79-6EC83EB1CC20}" sibTransId="{05DD8869-7A00-46DD-85F9-5239554DA634}"/>
    <dgm:cxn modelId="{B28BEF65-7874-4DB5-94AD-4D75AC61D57B}" srcId="{AFE56ED5-934B-4289-802B-EBC326B8D233}" destId="{CDA42562-0F29-4CAE-A78C-E8153E626426}" srcOrd="17" destOrd="0" parTransId="{E779CA52-3A79-4595-8015-F416A4EE92F0}" sibTransId="{FEEC8D16-7308-4648-8293-509E2574A684}"/>
    <dgm:cxn modelId="{15EF614A-8F33-4F62-AB4C-B40A4B0DA3E0}" type="presOf" srcId="{597BCB0F-67E9-42A5-8CAA-47123B7E630B}" destId="{1F3FAF0E-0F7F-4CFE-9189-79ADE1C5BD06}" srcOrd="0" destOrd="0" presId="urn:microsoft.com/office/officeart/2008/layout/LinedList"/>
    <dgm:cxn modelId="{6CB2CC6F-8BE2-45CE-ACB0-FC7A7CA98478}" type="presOf" srcId="{D66F313B-B773-4703-8017-FE99B5451099}" destId="{46F56FEC-B68E-46E1-A5A9-77A33B1D30C8}" srcOrd="0" destOrd="0" presId="urn:microsoft.com/office/officeart/2008/layout/LinedList"/>
    <dgm:cxn modelId="{77EF7F50-7713-456F-B9EA-E800AF3A0B50}" srcId="{AFE56ED5-934B-4289-802B-EBC326B8D233}" destId="{42E30611-5665-42FC-88DB-CA514044C648}" srcOrd="1" destOrd="0" parTransId="{4115FB11-E128-4D29-AE6D-4C1FB433649B}" sibTransId="{685BE45A-5FCD-4BE9-B2E2-BDD81CFE3B61}"/>
    <dgm:cxn modelId="{D1A2A671-625E-4EA6-B29D-8B82B1F76989}" srcId="{AFE56ED5-934B-4289-802B-EBC326B8D233}" destId="{6347DF46-914E-4A43-8176-295EBEEC1CFF}" srcOrd="7" destOrd="0" parTransId="{DBED5E31-D54A-4E91-B615-64E304172D26}" sibTransId="{16D4B42C-5CD5-4816-A53B-176CE6692A69}"/>
    <dgm:cxn modelId="{259DAD51-9D0B-406A-9865-BEE604B11125}" srcId="{AFE56ED5-934B-4289-802B-EBC326B8D233}" destId="{1DB485C1-15C8-4AAC-AB2D-96A8F16A8183}" srcOrd="0" destOrd="0" parTransId="{5E268D01-0856-4331-8601-51E56DEFD9B7}" sibTransId="{B520E1FC-97DB-4FFE-8AA8-DC6209D65C5B}"/>
    <dgm:cxn modelId="{1B395174-6E0D-4891-84D9-B2A301BD2299}" srcId="{AFE56ED5-934B-4289-802B-EBC326B8D233}" destId="{7EA00BE8-1E70-4BBA-9CBD-BF5B055AFF17}" srcOrd="6" destOrd="0" parTransId="{691FF3B3-7DD4-45F4-B001-AD7441403162}" sibTransId="{D408C9AF-9F99-4DE8-A1BD-D237ACE54479}"/>
    <dgm:cxn modelId="{5B9E0C76-0BDC-4764-8EE6-5FC9396DDCCC}" type="presOf" srcId="{81CE61F6-60A9-4918-B306-7FCCF8292093}" destId="{311104F9-1CFF-46C1-84BF-F49E1C750B43}" srcOrd="0" destOrd="0" presId="urn:microsoft.com/office/officeart/2008/layout/LinedList"/>
    <dgm:cxn modelId="{4BCDA177-5637-4084-8EFD-A76AA0E6F60C}" srcId="{AFE56ED5-934B-4289-802B-EBC326B8D233}" destId="{81CE61F6-60A9-4918-B306-7FCCF8292093}" srcOrd="5" destOrd="0" parTransId="{9680A1FE-FA4B-4F62-BC65-35579C6E81E2}" sibTransId="{3C3A9C7A-7B77-4316-8713-EA67C8B672D3}"/>
    <dgm:cxn modelId="{22BA0382-E382-4B06-9B64-567C5D53D5B7}" type="presOf" srcId="{7E41B646-7304-4597-959F-963556C08FB2}" destId="{91BB41DC-BD0F-4480-AB63-73DC030E1564}" srcOrd="0" destOrd="0" presId="urn:microsoft.com/office/officeart/2008/layout/LinedList"/>
    <dgm:cxn modelId="{04A4B184-E3D7-4E25-9400-68B66666D138}" type="presOf" srcId="{8211BF1A-9A02-4B19-A463-487262CCC591}" destId="{1C47BE73-B375-4422-A412-B821F1567F02}" srcOrd="0" destOrd="0" presId="urn:microsoft.com/office/officeart/2008/layout/LinedList"/>
    <dgm:cxn modelId="{BCF27486-E79E-46DA-BD75-82CCA2EEA0D9}" srcId="{AFE56ED5-934B-4289-802B-EBC326B8D233}" destId="{D66F313B-B773-4703-8017-FE99B5451099}" srcOrd="8" destOrd="0" parTransId="{1987B52F-98C5-4937-A088-91EB3FBC8F3E}" sibTransId="{23AC335C-B9DE-427D-9169-43A66C6DBEE2}"/>
    <dgm:cxn modelId="{99077988-99E9-4672-996C-7D8340C14EA6}" srcId="{AFE56ED5-934B-4289-802B-EBC326B8D233}" destId="{65467AA5-CF62-436B-978E-A0E9FAD7D111}" srcOrd="15" destOrd="0" parTransId="{B48EDE8D-7225-4F28-BE84-010F4267EC70}" sibTransId="{609C1996-9DC0-4C73-9E43-E51E44D4E08E}"/>
    <dgm:cxn modelId="{0B069895-1ABF-4E4B-B3D8-9C7E7D46D58C}" srcId="{AFE56ED5-934B-4289-802B-EBC326B8D233}" destId="{2F43EC3E-9303-428E-8248-8FD6782E48F7}" srcOrd="18" destOrd="0" parTransId="{779F0CB9-06E6-4C57-93A7-36C3E3D29394}" sibTransId="{3E9150F8-FC2B-4468-86A7-AFEDD52AE306}"/>
    <dgm:cxn modelId="{0F78AEB1-6665-46B9-9C34-74CEDC38D630}" type="presOf" srcId="{6347DF46-914E-4A43-8176-295EBEEC1CFF}" destId="{CADFE76A-C342-47B0-917F-87514AD18193}" srcOrd="0" destOrd="0" presId="urn:microsoft.com/office/officeart/2008/layout/LinedList"/>
    <dgm:cxn modelId="{29AFF2C2-52E7-4C3B-BF1C-E3F43359E343}" srcId="{AFE56ED5-934B-4289-802B-EBC326B8D233}" destId="{5AB24061-7EE2-43D2-8195-E634211D33C9}" srcOrd="16" destOrd="0" parTransId="{99743B36-4DA0-4AB8-A136-02B8CFA8195A}" sibTransId="{2629E09F-324D-45B3-96B2-052ED74646B2}"/>
    <dgm:cxn modelId="{391E2AC3-F0D2-4D78-807A-CD7D954AF848}" type="presOf" srcId="{2F43EC3E-9303-428E-8248-8FD6782E48F7}" destId="{B4700765-206D-45A6-B322-18038DFC2037}" srcOrd="0" destOrd="0" presId="urn:microsoft.com/office/officeart/2008/layout/LinedList"/>
    <dgm:cxn modelId="{991739C4-FE07-4F0A-AB53-0571AE24ABA3}" srcId="{AFE56ED5-934B-4289-802B-EBC326B8D233}" destId="{597BCB0F-67E9-42A5-8CAA-47123B7E630B}" srcOrd="10" destOrd="0" parTransId="{E6F1F7DD-6E29-4AF6-9977-F8BA70A3BAE2}" sibTransId="{C1C917B4-FF76-44B1-85F2-1FD35BED5BE7}"/>
    <dgm:cxn modelId="{F1F1B4C9-ADD0-45AB-BFDB-5A54D4C58EAB}" srcId="{AFE56ED5-934B-4289-802B-EBC326B8D233}" destId="{8211BF1A-9A02-4B19-A463-487262CCC591}" srcOrd="14" destOrd="0" parTransId="{211D8325-7591-4EA7-8A4B-254043487F9C}" sibTransId="{D47A959D-AC8D-4479-9C0F-04ABC75B5107}"/>
    <dgm:cxn modelId="{D02A5AD7-D164-469F-A3CA-2AFBD751FC6A}" type="presOf" srcId="{A4BBC2B7-ED48-49F8-80CA-EF83973111A3}" destId="{C8BCA63F-E7C7-4EA3-A5C8-247680654B90}" srcOrd="0" destOrd="0" presId="urn:microsoft.com/office/officeart/2008/layout/LinedList"/>
    <dgm:cxn modelId="{CB065DD8-5768-4A95-9421-47B791DE83B3}" srcId="{AFE56ED5-934B-4289-802B-EBC326B8D233}" destId="{0D30DFD4-B16C-4470-B14C-6C8F825E7277}" srcOrd="11" destOrd="0" parTransId="{44A207FB-1119-4AF9-9B8C-EBBA6FF62BE2}" sibTransId="{285664CE-8EAE-460F-A520-30395CD468E0}"/>
    <dgm:cxn modelId="{EADC1ADB-978D-4099-B5A9-30D4C39AAF2C}" type="presOf" srcId="{92EA9D4D-8A65-4210-9C7A-2C691FE2F1A3}" destId="{0CF5CAF9-6CF7-445E-9F67-ADFF70C13CF1}" srcOrd="0" destOrd="0" presId="urn:microsoft.com/office/officeart/2008/layout/LinedList"/>
    <dgm:cxn modelId="{ECF9DADD-38AF-4E41-9C14-B2F435738C78}" srcId="{AFE56ED5-934B-4289-802B-EBC326B8D233}" destId="{30B42944-A60F-4F31-91F2-F364D9E6B273}" srcOrd="4" destOrd="0" parTransId="{449F01DF-4768-4B57-87CD-B977FBDD8D47}" sibTransId="{F981E3B3-C002-49F5-8766-94EF74323755}"/>
    <dgm:cxn modelId="{06A4C5DF-AFE7-4D7F-BA6D-D08EAF276F42}" srcId="{AFE56ED5-934B-4289-802B-EBC326B8D233}" destId="{A4BBC2B7-ED48-49F8-80CA-EF83973111A3}" srcOrd="2" destOrd="0" parTransId="{4FE884D1-A21C-4C21-9638-C33EEB5A21A2}" sibTransId="{5CFC1881-39CE-424A-AD43-AB1BD413C998}"/>
    <dgm:cxn modelId="{7C3328E2-FAF9-45F1-85A7-090A3C76A6AA}" type="presOf" srcId="{4C1703DA-C6B0-4CE9-A48A-EDF96419DE34}" destId="{E3D705F1-87C1-494D-9A8D-8727AE304EF4}" srcOrd="0" destOrd="0" presId="urn:microsoft.com/office/officeart/2008/layout/LinedList"/>
    <dgm:cxn modelId="{F73FE8EB-B5E5-430A-B188-57F38094403F}" type="presOf" srcId="{AFE56ED5-934B-4289-802B-EBC326B8D233}" destId="{2E6C60E1-15B1-4282-A5DA-F9AA3F354A73}" srcOrd="0" destOrd="0" presId="urn:microsoft.com/office/officeart/2008/layout/LinedList"/>
    <dgm:cxn modelId="{B4F8C8EF-8BF3-48E8-A74B-37828F49F001}" srcId="{AFE56ED5-934B-4289-802B-EBC326B8D233}" destId="{7E41B646-7304-4597-959F-963556C08FB2}" srcOrd="12" destOrd="0" parTransId="{6E1C9954-8FF1-4781-883F-62BA69DDB919}" sibTransId="{8D763459-25B8-4A6F-B4FC-6DD1598E6A9A}"/>
    <dgm:cxn modelId="{0EB767EA-051C-4F19-B169-78725E55237E}" type="presParOf" srcId="{2E6C60E1-15B1-4282-A5DA-F9AA3F354A73}" destId="{9F479EEB-8EB1-4B21-90A8-01710672C1D3}" srcOrd="0" destOrd="0" presId="urn:microsoft.com/office/officeart/2008/layout/LinedList"/>
    <dgm:cxn modelId="{1193EE7E-7254-4B0E-BB30-E9E86E852AE3}" type="presParOf" srcId="{2E6C60E1-15B1-4282-A5DA-F9AA3F354A73}" destId="{4D4983B4-24E1-46D5-9269-AB41831C1419}" srcOrd="1" destOrd="0" presId="urn:microsoft.com/office/officeart/2008/layout/LinedList"/>
    <dgm:cxn modelId="{6CC562B8-7731-46F6-9B2C-7713ABD62437}" type="presParOf" srcId="{4D4983B4-24E1-46D5-9269-AB41831C1419}" destId="{A325599D-2677-47C3-9398-116A1487FAC3}" srcOrd="0" destOrd="0" presId="urn:microsoft.com/office/officeart/2008/layout/LinedList"/>
    <dgm:cxn modelId="{B0487440-10D3-42F8-AEF7-BA0F619B99CA}" type="presParOf" srcId="{4D4983B4-24E1-46D5-9269-AB41831C1419}" destId="{FB52F40E-4C2F-4513-AB45-4896C45E6477}" srcOrd="1" destOrd="0" presId="urn:microsoft.com/office/officeart/2008/layout/LinedList"/>
    <dgm:cxn modelId="{F0973976-DBDA-464F-AE67-0CD957296EC4}" type="presParOf" srcId="{2E6C60E1-15B1-4282-A5DA-F9AA3F354A73}" destId="{350AA3DD-E4D0-4A10-B300-EE66F56002B8}" srcOrd="2" destOrd="0" presId="urn:microsoft.com/office/officeart/2008/layout/LinedList"/>
    <dgm:cxn modelId="{EE434881-104F-4D8E-80BD-F7B2549416FF}" type="presParOf" srcId="{2E6C60E1-15B1-4282-A5DA-F9AA3F354A73}" destId="{2EF1BFFC-1DF3-47E9-B3BF-68DE09E3B473}" srcOrd="3" destOrd="0" presId="urn:microsoft.com/office/officeart/2008/layout/LinedList"/>
    <dgm:cxn modelId="{AF8AA14F-8975-46E0-8868-7C0FB5B8939D}" type="presParOf" srcId="{2EF1BFFC-1DF3-47E9-B3BF-68DE09E3B473}" destId="{ADB23B07-CCC4-4EE3-8122-700973CC4E2F}" srcOrd="0" destOrd="0" presId="urn:microsoft.com/office/officeart/2008/layout/LinedList"/>
    <dgm:cxn modelId="{8876664F-489C-4AF8-AEBE-F77C15B017F2}" type="presParOf" srcId="{2EF1BFFC-1DF3-47E9-B3BF-68DE09E3B473}" destId="{D218F7D8-1810-4E7F-BB54-070AE76789DC}" srcOrd="1" destOrd="0" presId="urn:microsoft.com/office/officeart/2008/layout/LinedList"/>
    <dgm:cxn modelId="{059B1911-DBD8-4016-87D5-9E182E2F9EBF}" type="presParOf" srcId="{2E6C60E1-15B1-4282-A5DA-F9AA3F354A73}" destId="{DD5E1568-4008-453C-8A84-0C04A940A06B}" srcOrd="4" destOrd="0" presId="urn:microsoft.com/office/officeart/2008/layout/LinedList"/>
    <dgm:cxn modelId="{4D8BD99E-236E-49C9-9C9D-67868A027A8F}" type="presParOf" srcId="{2E6C60E1-15B1-4282-A5DA-F9AA3F354A73}" destId="{94800F9D-210B-4618-A3A0-B92FFB386601}" srcOrd="5" destOrd="0" presId="urn:microsoft.com/office/officeart/2008/layout/LinedList"/>
    <dgm:cxn modelId="{BD21ACDD-76FB-45FC-87D8-C9B59DA37E61}" type="presParOf" srcId="{94800F9D-210B-4618-A3A0-B92FFB386601}" destId="{C8BCA63F-E7C7-4EA3-A5C8-247680654B90}" srcOrd="0" destOrd="0" presId="urn:microsoft.com/office/officeart/2008/layout/LinedList"/>
    <dgm:cxn modelId="{1F962D6A-C74F-4F13-A876-8FDF2E09F24C}" type="presParOf" srcId="{94800F9D-210B-4618-A3A0-B92FFB386601}" destId="{1324D02A-852A-44CC-B0DB-AF81F3109960}" srcOrd="1" destOrd="0" presId="urn:microsoft.com/office/officeart/2008/layout/LinedList"/>
    <dgm:cxn modelId="{319B51D4-48DE-4074-9F51-B4086418EDCF}" type="presParOf" srcId="{2E6C60E1-15B1-4282-A5DA-F9AA3F354A73}" destId="{6491B16D-0FFF-4387-BE6D-4A25C7DB12C2}" srcOrd="6" destOrd="0" presId="urn:microsoft.com/office/officeart/2008/layout/LinedList"/>
    <dgm:cxn modelId="{93F7BC0D-5AF8-408E-AC54-54C84C8B64F3}" type="presParOf" srcId="{2E6C60E1-15B1-4282-A5DA-F9AA3F354A73}" destId="{0532F6D9-4AB6-4E66-9314-FE79A6CCFBE0}" srcOrd="7" destOrd="0" presId="urn:microsoft.com/office/officeart/2008/layout/LinedList"/>
    <dgm:cxn modelId="{A2FFB92B-4B60-4DCA-9E40-EDD33EB9C8FD}" type="presParOf" srcId="{0532F6D9-4AB6-4E66-9314-FE79A6CCFBE0}" destId="{E3D705F1-87C1-494D-9A8D-8727AE304EF4}" srcOrd="0" destOrd="0" presId="urn:microsoft.com/office/officeart/2008/layout/LinedList"/>
    <dgm:cxn modelId="{67FA0F5C-5D92-4377-949F-DC5CBCAF2F61}" type="presParOf" srcId="{0532F6D9-4AB6-4E66-9314-FE79A6CCFBE0}" destId="{250E9A4E-6184-4FA7-9458-7EA9F3E7D5B8}" srcOrd="1" destOrd="0" presId="urn:microsoft.com/office/officeart/2008/layout/LinedList"/>
    <dgm:cxn modelId="{ED7F2988-2795-4313-9E54-8162750B88F7}" type="presParOf" srcId="{2E6C60E1-15B1-4282-A5DA-F9AA3F354A73}" destId="{4F0BE8ED-E6C0-405A-8C2D-7168D09C2DE5}" srcOrd="8" destOrd="0" presId="urn:microsoft.com/office/officeart/2008/layout/LinedList"/>
    <dgm:cxn modelId="{E296BBE1-B766-4582-AB91-1AB6C6D567F7}" type="presParOf" srcId="{2E6C60E1-15B1-4282-A5DA-F9AA3F354A73}" destId="{4683F938-B0AE-4345-A800-BCAC8637E958}" srcOrd="9" destOrd="0" presId="urn:microsoft.com/office/officeart/2008/layout/LinedList"/>
    <dgm:cxn modelId="{0C5E0AB4-3A29-4062-B1F5-E1412FC52B86}" type="presParOf" srcId="{4683F938-B0AE-4345-A800-BCAC8637E958}" destId="{897681EC-0986-481B-9922-B1C72B536079}" srcOrd="0" destOrd="0" presId="urn:microsoft.com/office/officeart/2008/layout/LinedList"/>
    <dgm:cxn modelId="{5FD600CB-9CF4-408F-AE7B-76B87ADA1053}" type="presParOf" srcId="{4683F938-B0AE-4345-A800-BCAC8637E958}" destId="{9749F71A-15AA-49AA-86A2-1F3AD1217589}" srcOrd="1" destOrd="0" presId="urn:microsoft.com/office/officeart/2008/layout/LinedList"/>
    <dgm:cxn modelId="{8C687429-64DD-4CD0-BC3D-E2FDFB932F9E}" type="presParOf" srcId="{2E6C60E1-15B1-4282-A5DA-F9AA3F354A73}" destId="{7DF237E8-7176-4E52-B2F3-F4544F79945E}" srcOrd="10" destOrd="0" presId="urn:microsoft.com/office/officeart/2008/layout/LinedList"/>
    <dgm:cxn modelId="{5309E0EE-265E-475D-BFB2-8FD1F26CDE8F}" type="presParOf" srcId="{2E6C60E1-15B1-4282-A5DA-F9AA3F354A73}" destId="{97E4E54B-5248-400C-836B-69F4CDB6391F}" srcOrd="11" destOrd="0" presId="urn:microsoft.com/office/officeart/2008/layout/LinedList"/>
    <dgm:cxn modelId="{B5DCD5BB-C7DB-4228-9FA4-11DB7ACE38E5}" type="presParOf" srcId="{97E4E54B-5248-400C-836B-69F4CDB6391F}" destId="{311104F9-1CFF-46C1-84BF-F49E1C750B43}" srcOrd="0" destOrd="0" presId="urn:microsoft.com/office/officeart/2008/layout/LinedList"/>
    <dgm:cxn modelId="{E4E8556B-A6DC-4B35-8102-F6A73396FE77}" type="presParOf" srcId="{97E4E54B-5248-400C-836B-69F4CDB6391F}" destId="{F9725C46-C359-4994-A85A-5BB9998D20AE}" srcOrd="1" destOrd="0" presId="urn:microsoft.com/office/officeart/2008/layout/LinedList"/>
    <dgm:cxn modelId="{056DEEE0-8807-4BC1-B26E-D0465F629186}" type="presParOf" srcId="{2E6C60E1-15B1-4282-A5DA-F9AA3F354A73}" destId="{3B3774A1-C840-48B2-829B-F0F7ADF1BC12}" srcOrd="12" destOrd="0" presId="urn:microsoft.com/office/officeart/2008/layout/LinedList"/>
    <dgm:cxn modelId="{BA6F65B9-2687-4C71-A6D7-5EE63CEC1B98}" type="presParOf" srcId="{2E6C60E1-15B1-4282-A5DA-F9AA3F354A73}" destId="{C3C8DE61-05AE-4B63-8A45-FD47C7F55EC2}" srcOrd="13" destOrd="0" presId="urn:microsoft.com/office/officeart/2008/layout/LinedList"/>
    <dgm:cxn modelId="{5635A5D1-8339-47C4-A4FD-60B530DF1C0C}" type="presParOf" srcId="{C3C8DE61-05AE-4B63-8A45-FD47C7F55EC2}" destId="{DB9E3397-6C67-4814-8116-52010E3785EF}" srcOrd="0" destOrd="0" presId="urn:microsoft.com/office/officeart/2008/layout/LinedList"/>
    <dgm:cxn modelId="{EAE09812-8942-40E3-953A-EE8FC71A4E6C}" type="presParOf" srcId="{C3C8DE61-05AE-4B63-8A45-FD47C7F55EC2}" destId="{309AB02F-C4F5-4031-86EF-97BE6E3B0609}" srcOrd="1" destOrd="0" presId="urn:microsoft.com/office/officeart/2008/layout/LinedList"/>
    <dgm:cxn modelId="{8C6B380F-3A49-4396-97CE-0FDF7311B862}" type="presParOf" srcId="{2E6C60E1-15B1-4282-A5DA-F9AA3F354A73}" destId="{9C7741C9-9379-4E45-B86A-B2001AD867C5}" srcOrd="14" destOrd="0" presId="urn:microsoft.com/office/officeart/2008/layout/LinedList"/>
    <dgm:cxn modelId="{5EC2B3B9-891D-4152-94FD-5E71E7952BF5}" type="presParOf" srcId="{2E6C60E1-15B1-4282-A5DA-F9AA3F354A73}" destId="{A6B5BC4C-A3D0-4D96-B425-DBE73F7F9B12}" srcOrd="15" destOrd="0" presId="urn:microsoft.com/office/officeart/2008/layout/LinedList"/>
    <dgm:cxn modelId="{537FFFCD-C5FD-4571-9F1F-1BDF2CB57060}" type="presParOf" srcId="{A6B5BC4C-A3D0-4D96-B425-DBE73F7F9B12}" destId="{CADFE76A-C342-47B0-917F-87514AD18193}" srcOrd="0" destOrd="0" presId="urn:microsoft.com/office/officeart/2008/layout/LinedList"/>
    <dgm:cxn modelId="{63DD8AF0-52E2-4E86-B8B3-9EFB82E4C458}" type="presParOf" srcId="{A6B5BC4C-A3D0-4D96-B425-DBE73F7F9B12}" destId="{8FE834E1-02FD-4BE5-9B87-D4BB5B27B43E}" srcOrd="1" destOrd="0" presId="urn:microsoft.com/office/officeart/2008/layout/LinedList"/>
    <dgm:cxn modelId="{5B3D0A4B-F88C-4895-99B8-11712E9E8FB9}" type="presParOf" srcId="{2E6C60E1-15B1-4282-A5DA-F9AA3F354A73}" destId="{47628AA8-688E-4B54-B2C4-9BB9C10EA313}" srcOrd="16" destOrd="0" presId="urn:microsoft.com/office/officeart/2008/layout/LinedList"/>
    <dgm:cxn modelId="{D36E1211-F887-450C-A1B3-9BF9E8E517F6}" type="presParOf" srcId="{2E6C60E1-15B1-4282-A5DA-F9AA3F354A73}" destId="{8FAE7CEC-A7B7-4EFD-B5FF-CBB6539C020D}" srcOrd="17" destOrd="0" presId="urn:microsoft.com/office/officeart/2008/layout/LinedList"/>
    <dgm:cxn modelId="{5E06B7CF-FD35-4833-9FE9-4654BE3CC86F}" type="presParOf" srcId="{8FAE7CEC-A7B7-4EFD-B5FF-CBB6539C020D}" destId="{46F56FEC-B68E-46E1-A5A9-77A33B1D30C8}" srcOrd="0" destOrd="0" presId="urn:microsoft.com/office/officeart/2008/layout/LinedList"/>
    <dgm:cxn modelId="{489DD89C-89E0-46EB-9EC3-EB75AD070773}" type="presParOf" srcId="{8FAE7CEC-A7B7-4EFD-B5FF-CBB6539C020D}" destId="{E2956A3C-7838-4B38-934E-9443A3D5FB5C}" srcOrd="1" destOrd="0" presId="urn:microsoft.com/office/officeart/2008/layout/LinedList"/>
    <dgm:cxn modelId="{EC0C5DE4-4E47-40C9-8944-49124954EC71}" type="presParOf" srcId="{2E6C60E1-15B1-4282-A5DA-F9AA3F354A73}" destId="{C04ADD41-9528-4A9C-A77E-B3A1EB450FF0}" srcOrd="18" destOrd="0" presId="urn:microsoft.com/office/officeart/2008/layout/LinedList"/>
    <dgm:cxn modelId="{868EFC1B-9579-4477-AE1E-2C61FA36C9F9}" type="presParOf" srcId="{2E6C60E1-15B1-4282-A5DA-F9AA3F354A73}" destId="{559B0952-570B-41E9-9B0E-D2B8927A8ACF}" srcOrd="19" destOrd="0" presId="urn:microsoft.com/office/officeart/2008/layout/LinedList"/>
    <dgm:cxn modelId="{ECF34F73-7FDF-42AE-9281-79E7CD683297}" type="presParOf" srcId="{559B0952-570B-41E9-9B0E-D2B8927A8ACF}" destId="{0CF5CAF9-6CF7-445E-9F67-ADFF70C13CF1}" srcOrd="0" destOrd="0" presId="urn:microsoft.com/office/officeart/2008/layout/LinedList"/>
    <dgm:cxn modelId="{0926FCCB-47F3-4361-A1BA-98FADF541A81}" type="presParOf" srcId="{559B0952-570B-41E9-9B0E-D2B8927A8ACF}" destId="{6B08BCE5-73CC-4CD3-80FC-FC044D625683}" srcOrd="1" destOrd="0" presId="urn:microsoft.com/office/officeart/2008/layout/LinedList"/>
    <dgm:cxn modelId="{7A37BAA4-4393-461C-AAE8-4D6FAD0A4C9F}" type="presParOf" srcId="{2E6C60E1-15B1-4282-A5DA-F9AA3F354A73}" destId="{8239BC64-7F18-4C81-BC4C-DE056CE22378}" srcOrd="20" destOrd="0" presId="urn:microsoft.com/office/officeart/2008/layout/LinedList"/>
    <dgm:cxn modelId="{EA2640F6-CA7A-4E56-9A27-F6591E737A0C}" type="presParOf" srcId="{2E6C60E1-15B1-4282-A5DA-F9AA3F354A73}" destId="{FDAFE652-C82D-4FDB-8A3B-27C753A26359}" srcOrd="21" destOrd="0" presId="urn:microsoft.com/office/officeart/2008/layout/LinedList"/>
    <dgm:cxn modelId="{A6C8EF65-53E9-4B2F-A251-D922D948868B}" type="presParOf" srcId="{FDAFE652-C82D-4FDB-8A3B-27C753A26359}" destId="{1F3FAF0E-0F7F-4CFE-9189-79ADE1C5BD06}" srcOrd="0" destOrd="0" presId="urn:microsoft.com/office/officeart/2008/layout/LinedList"/>
    <dgm:cxn modelId="{10F6E407-649D-4993-8373-EBA19847C3DE}" type="presParOf" srcId="{FDAFE652-C82D-4FDB-8A3B-27C753A26359}" destId="{583D3429-76CF-4BAC-90F9-AF8B40FA0FB2}" srcOrd="1" destOrd="0" presId="urn:microsoft.com/office/officeart/2008/layout/LinedList"/>
    <dgm:cxn modelId="{5795D7E7-11E9-455F-814D-88F687BFA05F}" type="presParOf" srcId="{2E6C60E1-15B1-4282-A5DA-F9AA3F354A73}" destId="{F689E33F-BF8E-462C-A4EB-8565E9E4BDA8}" srcOrd="22" destOrd="0" presId="urn:microsoft.com/office/officeart/2008/layout/LinedList"/>
    <dgm:cxn modelId="{94087A62-4349-41A8-897A-0197A42F33A9}" type="presParOf" srcId="{2E6C60E1-15B1-4282-A5DA-F9AA3F354A73}" destId="{5BD313F3-CC88-467D-B987-545E1ABBDA9D}" srcOrd="23" destOrd="0" presId="urn:microsoft.com/office/officeart/2008/layout/LinedList"/>
    <dgm:cxn modelId="{19C01014-E75D-42DB-9C1B-8ECFA9465F9B}" type="presParOf" srcId="{5BD313F3-CC88-467D-B987-545E1ABBDA9D}" destId="{0EF5D692-42E6-4D8C-B48D-91E1C2AC78ED}" srcOrd="0" destOrd="0" presId="urn:microsoft.com/office/officeart/2008/layout/LinedList"/>
    <dgm:cxn modelId="{BB792A6B-E91C-4BFD-97AC-55189A17CF89}" type="presParOf" srcId="{5BD313F3-CC88-467D-B987-545E1ABBDA9D}" destId="{EBE3FF95-1FDA-4192-89E2-B9AC17029ECF}" srcOrd="1" destOrd="0" presId="urn:microsoft.com/office/officeart/2008/layout/LinedList"/>
    <dgm:cxn modelId="{2D03B7B9-59D2-453E-B726-7BC6F99781AF}" type="presParOf" srcId="{2E6C60E1-15B1-4282-A5DA-F9AA3F354A73}" destId="{C511C3A8-BF0F-4DF3-A101-74CB9167F2A4}" srcOrd="24" destOrd="0" presId="urn:microsoft.com/office/officeart/2008/layout/LinedList"/>
    <dgm:cxn modelId="{6B31FEB8-EFD5-4F7F-BC0D-D5E930DB3907}" type="presParOf" srcId="{2E6C60E1-15B1-4282-A5DA-F9AA3F354A73}" destId="{EAFFA81A-7FDC-4858-AB54-86343920BB41}" srcOrd="25" destOrd="0" presId="urn:microsoft.com/office/officeart/2008/layout/LinedList"/>
    <dgm:cxn modelId="{26B8C8F7-F4BA-4421-B525-DDEE5CCE2E4D}" type="presParOf" srcId="{EAFFA81A-7FDC-4858-AB54-86343920BB41}" destId="{91BB41DC-BD0F-4480-AB63-73DC030E1564}" srcOrd="0" destOrd="0" presId="urn:microsoft.com/office/officeart/2008/layout/LinedList"/>
    <dgm:cxn modelId="{AD369145-0AA1-4A15-9D24-D896FECF95BC}" type="presParOf" srcId="{EAFFA81A-7FDC-4858-AB54-86343920BB41}" destId="{4309FF36-0EE5-43E4-91C9-6DDDFFA17DB9}" srcOrd="1" destOrd="0" presId="urn:microsoft.com/office/officeart/2008/layout/LinedList"/>
    <dgm:cxn modelId="{9FA947B6-DCE6-4F78-B3E9-D26C68B7AED8}" type="presParOf" srcId="{2E6C60E1-15B1-4282-A5DA-F9AA3F354A73}" destId="{E39BF781-D78E-4CA7-9AB4-21A4A052992A}" srcOrd="26" destOrd="0" presId="urn:microsoft.com/office/officeart/2008/layout/LinedList"/>
    <dgm:cxn modelId="{F07C118A-CDFB-46D6-B2EA-E34FBBBD9D4A}" type="presParOf" srcId="{2E6C60E1-15B1-4282-A5DA-F9AA3F354A73}" destId="{CE6293D4-948C-4B0D-B61C-C437FE0AD2A4}" srcOrd="27" destOrd="0" presId="urn:microsoft.com/office/officeart/2008/layout/LinedList"/>
    <dgm:cxn modelId="{AEDCFE6B-7C9C-487A-B87F-F0F85536BCA0}" type="presParOf" srcId="{CE6293D4-948C-4B0D-B61C-C437FE0AD2A4}" destId="{2FAA0738-785A-40B9-9C7C-E737B32AFDFE}" srcOrd="0" destOrd="0" presId="urn:microsoft.com/office/officeart/2008/layout/LinedList"/>
    <dgm:cxn modelId="{E7765B28-749E-4A75-9A93-09913C09D854}" type="presParOf" srcId="{CE6293D4-948C-4B0D-B61C-C437FE0AD2A4}" destId="{3E75EF64-81BB-4491-94BA-132F26A9A465}" srcOrd="1" destOrd="0" presId="urn:microsoft.com/office/officeart/2008/layout/LinedList"/>
    <dgm:cxn modelId="{CEC05CA9-175A-451F-A797-27FFD22B6F30}" type="presParOf" srcId="{2E6C60E1-15B1-4282-A5DA-F9AA3F354A73}" destId="{AF288872-2A9F-4B73-978F-586F426657F7}" srcOrd="28" destOrd="0" presId="urn:microsoft.com/office/officeart/2008/layout/LinedList"/>
    <dgm:cxn modelId="{4B48B879-49C6-4714-B716-4827FE971799}" type="presParOf" srcId="{2E6C60E1-15B1-4282-A5DA-F9AA3F354A73}" destId="{4B54DB3D-0F3E-4943-8BEC-83925DD09147}" srcOrd="29" destOrd="0" presId="urn:microsoft.com/office/officeart/2008/layout/LinedList"/>
    <dgm:cxn modelId="{5B8C9F2C-CC65-4969-AB2B-9A55D9813BAC}" type="presParOf" srcId="{4B54DB3D-0F3E-4943-8BEC-83925DD09147}" destId="{1C47BE73-B375-4422-A412-B821F1567F02}" srcOrd="0" destOrd="0" presId="urn:microsoft.com/office/officeart/2008/layout/LinedList"/>
    <dgm:cxn modelId="{0DEC5881-68E7-4F47-802F-38006923575A}" type="presParOf" srcId="{4B54DB3D-0F3E-4943-8BEC-83925DD09147}" destId="{D9CC6BF5-224D-42B2-9801-1234FC70057D}" srcOrd="1" destOrd="0" presId="urn:microsoft.com/office/officeart/2008/layout/LinedList"/>
    <dgm:cxn modelId="{AF740A6F-02CB-451E-8F9B-1870BBADC3EA}" type="presParOf" srcId="{2E6C60E1-15B1-4282-A5DA-F9AA3F354A73}" destId="{E4DFDFEC-8A2E-4A1C-8958-64465584E672}" srcOrd="30" destOrd="0" presId="urn:microsoft.com/office/officeart/2008/layout/LinedList"/>
    <dgm:cxn modelId="{9C5F8C87-7B65-4E55-9840-A0DC8A4B2850}" type="presParOf" srcId="{2E6C60E1-15B1-4282-A5DA-F9AA3F354A73}" destId="{EEAB5D26-7028-4458-96F3-08227CA6318B}" srcOrd="31" destOrd="0" presId="urn:microsoft.com/office/officeart/2008/layout/LinedList"/>
    <dgm:cxn modelId="{9371C51F-47EF-4245-9770-3A484BFDF435}" type="presParOf" srcId="{EEAB5D26-7028-4458-96F3-08227CA6318B}" destId="{32C9F0EE-9DBE-418F-8C1F-EA3CDF90BE29}" srcOrd="0" destOrd="0" presId="urn:microsoft.com/office/officeart/2008/layout/LinedList"/>
    <dgm:cxn modelId="{A0B06F21-65A0-4B5A-9042-6B1036A101C5}" type="presParOf" srcId="{EEAB5D26-7028-4458-96F3-08227CA6318B}" destId="{9B1EDB5B-B82C-4F57-AEED-EA7FB51C78CB}" srcOrd="1" destOrd="0" presId="urn:microsoft.com/office/officeart/2008/layout/LinedList"/>
    <dgm:cxn modelId="{144FAF54-D927-47F1-97B3-A0920F3D16D2}" type="presParOf" srcId="{2E6C60E1-15B1-4282-A5DA-F9AA3F354A73}" destId="{13259524-C7EC-46CF-B31C-D79EAC4DEF08}" srcOrd="32" destOrd="0" presId="urn:microsoft.com/office/officeart/2008/layout/LinedList"/>
    <dgm:cxn modelId="{29D55D2C-A9E0-4D40-B8D9-7EC74B94B6CB}" type="presParOf" srcId="{2E6C60E1-15B1-4282-A5DA-F9AA3F354A73}" destId="{DEE67E34-ADB7-4FDA-8334-C33828AAD73A}" srcOrd="33" destOrd="0" presId="urn:microsoft.com/office/officeart/2008/layout/LinedList"/>
    <dgm:cxn modelId="{BD9E389C-0592-4E07-9DE8-F6AEDADE426B}" type="presParOf" srcId="{DEE67E34-ADB7-4FDA-8334-C33828AAD73A}" destId="{F0A7F025-0B04-4F0D-92A2-C380EB233AC1}" srcOrd="0" destOrd="0" presId="urn:microsoft.com/office/officeart/2008/layout/LinedList"/>
    <dgm:cxn modelId="{3B4CEA1D-98F2-473B-B3BC-03E7C4C90252}" type="presParOf" srcId="{DEE67E34-ADB7-4FDA-8334-C33828AAD73A}" destId="{A5CF206D-E57C-48AF-B9D5-5238D5C5E116}" srcOrd="1" destOrd="0" presId="urn:microsoft.com/office/officeart/2008/layout/LinedList"/>
    <dgm:cxn modelId="{D84D211E-BD22-4A09-A5BB-33C49438DFC9}" type="presParOf" srcId="{2E6C60E1-15B1-4282-A5DA-F9AA3F354A73}" destId="{04FB2F97-DB8F-4E6B-AD9A-AF184EFB97D0}" srcOrd="34" destOrd="0" presId="urn:microsoft.com/office/officeart/2008/layout/LinedList"/>
    <dgm:cxn modelId="{C3158EFE-9FAE-44BA-A9D2-FE85F39F2B78}" type="presParOf" srcId="{2E6C60E1-15B1-4282-A5DA-F9AA3F354A73}" destId="{CAA031E4-66DD-4204-8BA4-973555F6E04C}" srcOrd="35" destOrd="0" presId="urn:microsoft.com/office/officeart/2008/layout/LinedList"/>
    <dgm:cxn modelId="{051854AC-E130-4EBE-974A-B6E252425095}" type="presParOf" srcId="{CAA031E4-66DD-4204-8BA4-973555F6E04C}" destId="{E8DAB1D1-07BB-458A-929B-D5723B1C5319}" srcOrd="0" destOrd="0" presId="urn:microsoft.com/office/officeart/2008/layout/LinedList"/>
    <dgm:cxn modelId="{F84D887A-D352-4D60-B9AF-29763A1CAB29}" type="presParOf" srcId="{CAA031E4-66DD-4204-8BA4-973555F6E04C}" destId="{FE502DB2-1D22-41EB-ADE1-E64591F853B0}" srcOrd="1" destOrd="0" presId="urn:microsoft.com/office/officeart/2008/layout/LinedList"/>
    <dgm:cxn modelId="{6CA4D2AE-445A-4526-B5CC-C89C68C8F382}" type="presParOf" srcId="{2E6C60E1-15B1-4282-A5DA-F9AA3F354A73}" destId="{98B40C5C-B650-4399-84C9-F663431B7229}" srcOrd="36" destOrd="0" presId="urn:microsoft.com/office/officeart/2008/layout/LinedList"/>
    <dgm:cxn modelId="{AE3CA7FB-FDA9-4C2C-B4E0-409CED7BBF02}" type="presParOf" srcId="{2E6C60E1-15B1-4282-A5DA-F9AA3F354A73}" destId="{74176B86-BE02-4771-A2D8-17EE8A0AB5F7}" srcOrd="37" destOrd="0" presId="urn:microsoft.com/office/officeart/2008/layout/LinedList"/>
    <dgm:cxn modelId="{6D742074-1D52-42CA-9FCD-026843CF7F67}" type="presParOf" srcId="{74176B86-BE02-4771-A2D8-17EE8A0AB5F7}" destId="{B4700765-206D-45A6-B322-18038DFC2037}" srcOrd="0" destOrd="0" presId="urn:microsoft.com/office/officeart/2008/layout/LinedList"/>
    <dgm:cxn modelId="{14751CFA-1706-4017-A625-6451BEF655C3}" type="presParOf" srcId="{74176B86-BE02-4771-A2D8-17EE8A0AB5F7}" destId="{E39B9BAC-18DB-424D-BB3D-74E92DAFFC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271BB-D067-42A7-91CC-F8BAD1A1C34D}">
      <dsp:nvSpPr>
        <dsp:cNvPr id="0" name=""/>
        <dsp:cNvSpPr/>
      </dsp:nvSpPr>
      <dsp:spPr>
        <a:xfrm>
          <a:off x="56292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DFB2C-5F15-4F86-819A-3F9512541E1E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9CF92-5D08-441E-B077-4DFAD20F37AD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Purpose</a:t>
          </a:r>
          <a:r>
            <a:rPr lang="en-US" sz="1700" i="0" kern="1200" baseline="0"/>
            <a:t>: </a:t>
          </a:r>
          <a:r>
            <a:rPr lang="en-US" sz="1700" kern="1200"/>
            <a:t>Send data to the server to create a resource.</a:t>
          </a:r>
        </a:p>
      </dsp:txBody>
      <dsp:txXfrm>
        <a:off x="100682" y="2432898"/>
        <a:ext cx="2370489" cy="720000"/>
      </dsp:txXfrm>
    </dsp:sp>
    <dsp:sp modelId="{D22C75B2-DBAD-4A14-83F3-977B521543D3}">
      <dsp:nvSpPr>
        <dsp:cNvPr id="0" name=""/>
        <dsp:cNvSpPr/>
      </dsp:nvSpPr>
      <dsp:spPr>
        <a:xfrm>
          <a:off x="334825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FBD33-7D38-4C2B-9AFD-A0E581A3C7CC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E83BD-7666-4B58-A2B5-F3D676D50B44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Body</a:t>
          </a:r>
          <a:r>
            <a:rPr lang="en-US" sz="1700" i="0" kern="1200" baseline="0"/>
            <a:t>:  </a:t>
          </a:r>
          <a:r>
            <a:rPr lang="en-US" sz="1700" kern="1200"/>
            <a:t>JSON or form data allowed</a:t>
          </a:r>
        </a:p>
      </dsp:txBody>
      <dsp:txXfrm>
        <a:off x="2886007" y="2432898"/>
        <a:ext cx="2370489" cy="720000"/>
      </dsp:txXfrm>
    </dsp:sp>
    <dsp:sp modelId="{82018181-EEF8-4ACE-B6C9-0E522A5FB39A}">
      <dsp:nvSpPr>
        <dsp:cNvPr id="0" name=""/>
        <dsp:cNvSpPr/>
      </dsp:nvSpPr>
      <dsp:spPr>
        <a:xfrm>
          <a:off x="613357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4C8C7-D22F-48C9-B5B6-18F5D1FD47D6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9BB42-36A2-424C-89BC-6EEBD375451D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Data location:</a:t>
          </a:r>
          <a:r>
            <a:rPr lang="en-US" sz="1700" kern="1200" dirty="0"/>
            <a:t> Request body (</a:t>
          </a:r>
          <a:r>
            <a:rPr lang="en-US" sz="1700" kern="1200" dirty="0" err="1"/>
            <a:t>req.body</a:t>
          </a:r>
          <a:r>
            <a:rPr lang="en-US" sz="1700" kern="1200" dirty="0"/>
            <a:t>)</a:t>
          </a:r>
        </a:p>
      </dsp:txBody>
      <dsp:txXfrm>
        <a:off x="5671332" y="2432898"/>
        <a:ext cx="2370489" cy="720000"/>
      </dsp:txXfrm>
    </dsp:sp>
    <dsp:sp modelId="{2B9DAAAB-ED3F-4B83-ABAD-C499A4313C52}">
      <dsp:nvSpPr>
        <dsp:cNvPr id="0" name=""/>
        <dsp:cNvSpPr/>
      </dsp:nvSpPr>
      <dsp:spPr>
        <a:xfrm>
          <a:off x="891890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0AD0B-6A98-4093-88AB-68F00BD219B6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07C58-DB02-4FB6-9F5B-229FF48057A5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i="0" kern="1200" baseline="0"/>
            <a:t>When to use: </a:t>
          </a:r>
          <a:r>
            <a:rPr lang="en-US" sz="1700" kern="1200"/>
            <a:t>Register a new user</a:t>
          </a:r>
        </a:p>
      </dsp:txBody>
      <dsp:txXfrm>
        <a:off x="8456657" y="24328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69B9C6-7558-4144-A714-785096F154AE}">
      <dsp:nvSpPr>
        <dsp:cNvPr id="0" name=""/>
        <dsp:cNvSpPr/>
      </dsp:nvSpPr>
      <dsp:spPr>
        <a:xfrm>
          <a:off x="1953914" y="27750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C59EF-61E4-4F47-8697-AA418DBB60FD}">
      <dsp:nvSpPr>
        <dsp:cNvPr id="0" name=""/>
        <dsp:cNvSpPr/>
      </dsp:nvSpPr>
      <dsp:spPr>
        <a:xfrm>
          <a:off x="765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Purpose:</a:t>
          </a:r>
          <a:r>
            <a:rPr lang="en-US" sz="2500" b="0" i="0" kern="1200" baseline="0" dirty="0"/>
            <a:t> Update an existing resource completely.</a:t>
          </a:r>
          <a:endParaRPr lang="en-US" sz="2500" kern="1200" dirty="0"/>
        </a:p>
      </dsp:txBody>
      <dsp:txXfrm>
        <a:off x="765914" y="2691902"/>
        <a:ext cx="4320000" cy="720000"/>
      </dsp:txXfrm>
    </dsp:sp>
    <dsp:sp modelId="{D731A049-87D7-4B1B-9EEF-50EE79CE73BF}">
      <dsp:nvSpPr>
        <dsp:cNvPr id="0" name=""/>
        <dsp:cNvSpPr/>
      </dsp:nvSpPr>
      <dsp:spPr>
        <a:xfrm>
          <a:off x="7029914" y="27750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9A93F-4179-4274-8795-8EA41BCA2808}">
      <dsp:nvSpPr>
        <dsp:cNvPr id="0" name=""/>
        <dsp:cNvSpPr/>
      </dsp:nvSpPr>
      <dsp:spPr>
        <a:xfrm>
          <a:off x="5841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Example:</a:t>
          </a:r>
          <a:r>
            <a:rPr lang="en-US" sz="2500" b="0" i="0" kern="1200" baseline="0"/>
            <a:t> Update user info</a:t>
          </a:r>
          <a:endParaRPr lang="en-US" sz="2500" kern="1200"/>
        </a:p>
      </dsp:txBody>
      <dsp:txXfrm>
        <a:off x="5841914" y="2691902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EBA75-D625-4931-91E9-EB0D89B8DA8E}">
      <dsp:nvSpPr>
        <dsp:cNvPr id="0" name=""/>
        <dsp:cNvSpPr/>
      </dsp:nvSpPr>
      <dsp:spPr>
        <a:xfrm>
          <a:off x="573393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48F30-8CD9-4DDF-8C06-94219D7B7FF9}">
      <dsp:nvSpPr>
        <dsp:cNvPr id="0" name=""/>
        <dsp:cNvSpPr/>
      </dsp:nvSpPr>
      <dsp:spPr>
        <a:xfrm>
          <a:off x="953643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C6339-2879-4783-8974-1421D2E78D58}">
      <dsp:nvSpPr>
        <dsp:cNvPr id="0" name=""/>
        <dsp:cNvSpPr/>
      </dsp:nvSpPr>
      <dsp:spPr>
        <a:xfrm>
          <a:off x="3018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1" i="0" kern="1200" baseline="0" dirty="0"/>
            <a:t>Purpose:</a:t>
          </a:r>
          <a:r>
            <a:rPr lang="en-US" sz="2100" b="0" i="0" kern="1200" baseline="0" dirty="0"/>
            <a:t> Update part of a resource.</a:t>
          </a:r>
          <a:endParaRPr lang="en-US" sz="2100" kern="1200" dirty="0"/>
        </a:p>
      </dsp:txBody>
      <dsp:txXfrm>
        <a:off x="3018" y="4012806"/>
        <a:ext cx="2925000" cy="720000"/>
      </dsp:txXfrm>
    </dsp:sp>
    <dsp:sp modelId="{420859BF-B357-47F3-9C57-2661F232B987}">
      <dsp:nvSpPr>
        <dsp:cNvPr id="0" name=""/>
        <dsp:cNvSpPr/>
      </dsp:nvSpPr>
      <dsp:spPr>
        <a:xfrm>
          <a:off x="4010269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17354-E3AE-42BE-83A6-E20C03E13E4F}">
      <dsp:nvSpPr>
        <dsp:cNvPr id="0" name=""/>
        <dsp:cNvSpPr/>
      </dsp:nvSpPr>
      <dsp:spPr>
        <a:xfrm>
          <a:off x="4390519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553A7-9B2C-4C7D-A41C-CF7E1362D55A}">
      <dsp:nvSpPr>
        <dsp:cNvPr id="0" name=""/>
        <dsp:cNvSpPr/>
      </dsp:nvSpPr>
      <dsp:spPr>
        <a:xfrm>
          <a:off x="3439894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1" i="0" kern="1200" baseline="0" dirty="0"/>
            <a:t>Example:</a:t>
          </a:r>
          <a:r>
            <a:rPr lang="en-US" sz="2100" b="0" i="0" kern="1200" baseline="0" dirty="0"/>
            <a:t> Update only the user’s email</a:t>
          </a:r>
          <a:endParaRPr lang="en-US" sz="2100" kern="1200" dirty="0"/>
        </a:p>
      </dsp:txBody>
      <dsp:txXfrm>
        <a:off x="3439894" y="4012806"/>
        <a:ext cx="2925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17737-66DD-4DDD-B52B-1C8C10A88B74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8DA3C-B8C1-429F-ADE2-560FB67D812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FAB73-5530-4611-90BE-60B9DF26E9E7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 model is like a </a:t>
          </a:r>
          <a:r>
            <a:rPr lang="en-US" sz="2300" b="1" kern="1200" dirty="0"/>
            <a:t>blueprint for your data</a:t>
          </a:r>
          <a:r>
            <a:rPr lang="en-US" sz="2300" kern="1200" dirty="0"/>
            <a:t>.</a:t>
          </a:r>
        </a:p>
      </dsp:txBody>
      <dsp:txXfrm>
        <a:off x="1939533" y="717"/>
        <a:ext cx="4362067" cy="1679249"/>
      </dsp:txXfrm>
    </dsp:sp>
    <dsp:sp modelId="{865BD267-0D4D-40E6-9C32-44056E5A6D7F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D681A-01D3-4BB6-9633-D1CB30E13838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A70D0-0118-4F29-B1E7-CF3D067FFF27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It defines </a:t>
          </a:r>
          <a:r>
            <a:rPr lang="en-US" sz="2300" b="1" kern="1200" dirty="0"/>
            <a:t>how data is structured</a:t>
          </a:r>
          <a:r>
            <a:rPr lang="en-US" sz="2300" kern="1200" dirty="0"/>
            <a:t> and what </a:t>
          </a:r>
          <a:r>
            <a:rPr lang="en-US" sz="2300" b="1" kern="1200" dirty="0"/>
            <a:t>rules</a:t>
          </a:r>
          <a:r>
            <a:rPr lang="en-US" sz="2300" kern="1200" dirty="0"/>
            <a:t> it should follow (required, unique, default values, etc.)</a:t>
          </a:r>
        </a:p>
      </dsp:txBody>
      <dsp:txXfrm>
        <a:off x="1939533" y="2099779"/>
        <a:ext cx="4362067" cy="1679249"/>
      </dsp:txXfrm>
    </dsp:sp>
    <dsp:sp modelId="{E72F6230-4BC9-4C24-8E5D-601660F6AABA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F4444-C29D-4329-9A08-DE49C88B757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E6843-4A21-43AC-873E-2BF0527050B6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 MongoDB (with Mongoose), a model is connected to a </a:t>
          </a:r>
          <a:r>
            <a:rPr lang="en-US" sz="2300" b="1" kern="1200" dirty="0"/>
            <a:t>collection</a:t>
          </a:r>
          <a:r>
            <a:rPr lang="en-US" sz="2300" kern="1200" dirty="0"/>
            <a:t> in the database.</a:t>
          </a:r>
        </a:p>
      </dsp:txBody>
      <dsp:txXfrm>
        <a:off x="1939533" y="4198841"/>
        <a:ext cx="4362067" cy="167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259B1-0EAE-4829-88EC-396AC24554A5}">
      <dsp:nvSpPr>
        <dsp:cNvPr id="0" name=""/>
        <dsp:cNvSpPr/>
      </dsp:nvSpPr>
      <dsp:spPr>
        <a:xfrm>
          <a:off x="0" y="8464"/>
          <a:ext cx="6301601" cy="20896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“A model defines how your data will look in the database.”</a:t>
          </a:r>
        </a:p>
      </dsp:txBody>
      <dsp:txXfrm>
        <a:off x="102007" y="110471"/>
        <a:ext cx="6097587" cy="1885605"/>
      </dsp:txXfrm>
    </dsp:sp>
    <dsp:sp modelId="{3835AD21-5A23-4971-A799-45C90F81D37F}">
      <dsp:nvSpPr>
        <dsp:cNvPr id="0" name=""/>
        <dsp:cNvSpPr/>
      </dsp:nvSpPr>
      <dsp:spPr>
        <a:xfrm>
          <a:off x="0" y="2207524"/>
          <a:ext cx="6301601" cy="208961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Without a model, your database doesn’t know:</a:t>
          </a:r>
        </a:p>
      </dsp:txBody>
      <dsp:txXfrm>
        <a:off x="102007" y="2309531"/>
        <a:ext cx="6097587" cy="1885605"/>
      </dsp:txXfrm>
    </dsp:sp>
    <dsp:sp modelId="{C416ACF7-1CE2-4D16-B1E9-8CB017D8E029}">
      <dsp:nvSpPr>
        <dsp:cNvPr id="0" name=""/>
        <dsp:cNvSpPr/>
      </dsp:nvSpPr>
      <dsp:spPr>
        <a:xfrm>
          <a:off x="0" y="4297144"/>
          <a:ext cx="6301601" cy="157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76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what type of data to store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which fields are required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what rules to follow</a:t>
          </a:r>
        </a:p>
      </dsp:txBody>
      <dsp:txXfrm>
        <a:off x="0" y="4297144"/>
        <a:ext cx="6301601" cy="1573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79EEB-8EB1-4B21-90A8-01710672C1D3}">
      <dsp:nvSpPr>
        <dsp:cNvPr id="0" name=""/>
        <dsp:cNvSpPr/>
      </dsp:nvSpPr>
      <dsp:spPr>
        <a:xfrm>
          <a:off x="0" y="1076"/>
          <a:ext cx="63016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5599D-2677-47C3-9398-116A1487FAC3}">
      <dsp:nvSpPr>
        <dsp:cNvPr id="0" name=""/>
        <dsp:cNvSpPr/>
      </dsp:nvSpPr>
      <dsp:spPr>
        <a:xfrm>
          <a:off x="0" y="1076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const mongoose = require("mongoose");</a:t>
          </a:r>
        </a:p>
      </dsp:txBody>
      <dsp:txXfrm>
        <a:off x="0" y="1076"/>
        <a:ext cx="6301601" cy="309297"/>
      </dsp:txXfrm>
    </dsp:sp>
    <dsp:sp modelId="{350AA3DD-E4D0-4A10-B300-EE66F56002B8}">
      <dsp:nvSpPr>
        <dsp:cNvPr id="0" name=""/>
        <dsp:cNvSpPr/>
      </dsp:nvSpPr>
      <dsp:spPr>
        <a:xfrm>
          <a:off x="0" y="310374"/>
          <a:ext cx="63016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23B07-CCC4-4EE3-8122-700973CC4E2F}">
      <dsp:nvSpPr>
        <dsp:cNvPr id="0" name=""/>
        <dsp:cNvSpPr/>
      </dsp:nvSpPr>
      <dsp:spPr>
        <a:xfrm>
          <a:off x="0" y="310374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// 1. Schema: defines structure</a:t>
          </a:r>
        </a:p>
      </dsp:txBody>
      <dsp:txXfrm>
        <a:off x="0" y="310374"/>
        <a:ext cx="6301601" cy="309297"/>
      </dsp:txXfrm>
    </dsp:sp>
    <dsp:sp modelId="{DD5E1568-4008-453C-8A84-0C04A940A06B}">
      <dsp:nvSpPr>
        <dsp:cNvPr id="0" name=""/>
        <dsp:cNvSpPr/>
      </dsp:nvSpPr>
      <dsp:spPr>
        <a:xfrm>
          <a:off x="0" y="619671"/>
          <a:ext cx="63016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CA63F-E7C7-4EA3-A5C8-247680654B90}">
      <dsp:nvSpPr>
        <dsp:cNvPr id="0" name=""/>
        <dsp:cNvSpPr/>
      </dsp:nvSpPr>
      <dsp:spPr>
        <a:xfrm>
          <a:off x="0" y="619671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const UserSchema = new mongoose.Schema({</a:t>
          </a:r>
        </a:p>
      </dsp:txBody>
      <dsp:txXfrm>
        <a:off x="0" y="619671"/>
        <a:ext cx="6301601" cy="309297"/>
      </dsp:txXfrm>
    </dsp:sp>
    <dsp:sp modelId="{6491B16D-0FFF-4387-BE6D-4A25C7DB12C2}">
      <dsp:nvSpPr>
        <dsp:cNvPr id="0" name=""/>
        <dsp:cNvSpPr/>
      </dsp:nvSpPr>
      <dsp:spPr>
        <a:xfrm>
          <a:off x="0" y="928969"/>
          <a:ext cx="63016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705F1-87C1-494D-9A8D-8727AE304EF4}">
      <dsp:nvSpPr>
        <dsp:cNvPr id="0" name=""/>
        <dsp:cNvSpPr/>
      </dsp:nvSpPr>
      <dsp:spPr>
        <a:xfrm>
          <a:off x="0" y="928969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name: {</a:t>
          </a:r>
        </a:p>
      </dsp:txBody>
      <dsp:txXfrm>
        <a:off x="0" y="928969"/>
        <a:ext cx="6301601" cy="309297"/>
      </dsp:txXfrm>
    </dsp:sp>
    <dsp:sp modelId="{4F0BE8ED-E6C0-405A-8C2D-7168D09C2DE5}">
      <dsp:nvSpPr>
        <dsp:cNvPr id="0" name=""/>
        <dsp:cNvSpPr/>
      </dsp:nvSpPr>
      <dsp:spPr>
        <a:xfrm>
          <a:off x="0" y="1238267"/>
          <a:ext cx="630160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681EC-0986-481B-9922-B1C72B536079}">
      <dsp:nvSpPr>
        <dsp:cNvPr id="0" name=""/>
        <dsp:cNvSpPr/>
      </dsp:nvSpPr>
      <dsp:spPr>
        <a:xfrm>
          <a:off x="0" y="1238267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type: String,</a:t>
          </a:r>
        </a:p>
      </dsp:txBody>
      <dsp:txXfrm>
        <a:off x="0" y="1238267"/>
        <a:ext cx="6301601" cy="309297"/>
      </dsp:txXfrm>
    </dsp:sp>
    <dsp:sp modelId="{7DF237E8-7176-4E52-B2F3-F4544F79945E}">
      <dsp:nvSpPr>
        <dsp:cNvPr id="0" name=""/>
        <dsp:cNvSpPr/>
      </dsp:nvSpPr>
      <dsp:spPr>
        <a:xfrm>
          <a:off x="0" y="1547564"/>
          <a:ext cx="63016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104F9-1CFF-46C1-84BF-F49E1C750B43}">
      <dsp:nvSpPr>
        <dsp:cNvPr id="0" name=""/>
        <dsp:cNvSpPr/>
      </dsp:nvSpPr>
      <dsp:spPr>
        <a:xfrm>
          <a:off x="0" y="1547564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required: true,  // must provide name</a:t>
          </a:r>
        </a:p>
      </dsp:txBody>
      <dsp:txXfrm>
        <a:off x="0" y="1547564"/>
        <a:ext cx="6301601" cy="309297"/>
      </dsp:txXfrm>
    </dsp:sp>
    <dsp:sp modelId="{3B3774A1-C840-48B2-829B-F0F7ADF1BC12}">
      <dsp:nvSpPr>
        <dsp:cNvPr id="0" name=""/>
        <dsp:cNvSpPr/>
      </dsp:nvSpPr>
      <dsp:spPr>
        <a:xfrm>
          <a:off x="0" y="1856862"/>
          <a:ext cx="63016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E3397-6C67-4814-8116-52010E3785EF}">
      <dsp:nvSpPr>
        <dsp:cNvPr id="0" name=""/>
        <dsp:cNvSpPr/>
      </dsp:nvSpPr>
      <dsp:spPr>
        <a:xfrm>
          <a:off x="0" y="1856862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},</a:t>
          </a:r>
        </a:p>
      </dsp:txBody>
      <dsp:txXfrm>
        <a:off x="0" y="1856862"/>
        <a:ext cx="6301601" cy="309297"/>
      </dsp:txXfrm>
    </dsp:sp>
    <dsp:sp modelId="{9C7741C9-9379-4E45-B86A-B2001AD867C5}">
      <dsp:nvSpPr>
        <dsp:cNvPr id="0" name=""/>
        <dsp:cNvSpPr/>
      </dsp:nvSpPr>
      <dsp:spPr>
        <a:xfrm>
          <a:off x="0" y="2166160"/>
          <a:ext cx="63016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FE76A-C342-47B0-917F-87514AD18193}">
      <dsp:nvSpPr>
        <dsp:cNvPr id="0" name=""/>
        <dsp:cNvSpPr/>
      </dsp:nvSpPr>
      <dsp:spPr>
        <a:xfrm>
          <a:off x="0" y="2166160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email: {</a:t>
          </a:r>
        </a:p>
      </dsp:txBody>
      <dsp:txXfrm>
        <a:off x="0" y="2166160"/>
        <a:ext cx="6301601" cy="309297"/>
      </dsp:txXfrm>
    </dsp:sp>
    <dsp:sp modelId="{47628AA8-688E-4B54-B2C4-9BB9C10EA313}">
      <dsp:nvSpPr>
        <dsp:cNvPr id="0" name=""/>
        <dsp:cNvSpPr/>
      </dsp:nvSpPr>
      <dsp:spPr>
        <a:xfrm>
          <a:off x="0" y="2475457"/>
          <a:ext cx="63016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56FEC-B68E-46E1-A5A9-77A33B1D30C8}">
      <dsp:nvSpPr>
        <dsp:cNvPr id="0" name=""/>
        <dsp:cNvSpPr/>
      </dsp:nvSpPr>
      <dsp:spPr>
        <a:xfrm>
          <a:off x="0" y="2475457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type: String,</a:t>
          </a:r>
        </a:p>
      </dsp:txBody>
      <dsp:txXfrm>
        <a:off x="0" y="2475457"/>
        <a:ext cx="6301601" cy="309297"/>
      </dsp:txXfrm>
    </dsp:sp>
    <dsp:sp modelId="{C04ADD41-9528-4A9C-A77E-B3A1EB450FF0}">
      <dsp:nvSpPr>
        <dsp:cNvPr id="0" name=""/>
        <dsp:cNvSpPr/>
      </dsp:nvSpPr>
      <dsp:spPr>
        <a:xfrm>
          <a:off x="0" y="2784755"/>
          <a:ext cx="630160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5CAF9-6CF7-445E-9F67-ADFF70C13CF1}">
      <dsp:nvSpPr>
        <dsp:cNvPr id="0" name=""/>
        <dsp:cNvSpPr/>
      </dsp:nvSpPr>
      <dsp:spPr>
        <a:xfrm>
          <a:off x="0" y="2784755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required: true,</a:t>
          </a:r>
        </a:p>
      </dsp:txBody>
      <dsp:txXfrm>
        <a:off x="0" y="2784755"/>
        <a:ext cx="6301601" cy="309297"/>
      </dsp:txXfrm>
    </dsp:sp>
    <dsp:sp modelId="{8239BC64-7F18-4C81-BC4C-DE056CE22378}">
      <dsp:nvSpPr>
        <dsp:cNvPr id="0" name=""/>
        <dsp:cNvSpPr/>
      </dsp:nvSpPr>
      <dsp:spPr>
        <a:xfrm>
          <a:off x="0" y="3094053"/>
          <a:ext cx="63016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AF0E-0F7F-4CFE-9189-79ADE1C5BD06}">
      <dsp:nvSpPr>
        <dsp:cNvPr id="0" name=""/>
        <dsp:cNvSpPr/>
      </dsp:nvSpPr>
      <dsp:spPr>
        <a:xfrm>
          <a:off x="0" y="3094053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unique: true,     // cannot repeat</a:t>
          </a:r>
        </a:p>
      </dsp:txBody>
      <dsp:txXfrm>
        <a:off x="0" y="3094053"/>
        <a:ext cx="6301601" cy="309297"/>
      </dsp:txXfrm>
    </dsp:sp>
    <dsp:sp modelId="{F689E33F-BF8E-462C-A4EB-8565E9E4BDA8}">
      <dsp:nvSpPr>
        <dsp:cNvPr id="0" name=""/>
        <dsp:cNvSpPr/>
      </dsp:nvSpPr>
      <dsp:spPr>
        <a:xfrm>
          <a:off x="0" y="3403351"/>
          <a:ext cx="63016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5D692-42E6-4D8C-B48D-91E1C2AC78ED}">
      <dsp:nvSpPr>
        <dsp:cNvPr id="0" name=""/>
        <dsp:cNvSpPr/>
      </dsp:nvSpPr>
      <dsp:spPr>
        <a:xfrm>
          <a:off x="0" y="3403351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},</a:t>
          </a:r>
        </a:p>
      </dsp:txBody>
      <dsp:txXfrm>
        <a:off x="0" y="3403351"/>
        <a:ext cx="6301601" cy="309297"/>
      </dsp:txXfrm>
    </dsp:sp>
    <dsp:sp modelId="{C511C3A8-BF0F-4DF3-A101-74CB9167F2A4}">
      <dsp:nvSpPr>
        <dsp:cNvPr id="0" name=""/>
        <dsp:cNvSpPr/>
      </dsp:nvSpPr>
      <dsp:spPr>
        <a:xfrm>
          <a:off x="0" y="3712648"/>
          <a:ext cx="63016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B41DC-BD0F-4480-AB63-73DC030E1564}">
      <dsp:nvSpPr>
        <dsp:cNvPr id="0" name=""/>
        <dsp:cNvSpPr/>
      </dsp:nvSpPr>
      <dsp:spPr>
        <a:xfrm>
          <a:off x="0" y="3712648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age: {</a:t>
          </a:r>
        </a:p>
      </dsp:txBody>
      <dsp:txXfrm>
        <a:off x="0" y="3712648"/>
        <a:ext cx="6301601" cy="309297"/>
      </dsp:txXfrm>
    </dsp:sp>
    <dsp:sp modelId="{E39BF781-D78E-4CA7-9AB4-21A4A052992A}">
      <dsp:nvSpPr>
        <dsp:cNvPr id="0" name=""/>
        <dsp:cNvSpPr/>
      </dsp:nvSpPr>
      <dsp:spPr>
        <a:xfrm>
          <a:off x="0" y="4021946"/>
          <a:ext cx="63016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A0738-785A-40B9-9C7C-E737B32AFDFE}">
      <dsp:nvSpPr>
        <dsp:cNvPr id="0" name=""/>
        <dsp:cNvSpPr/>
      </dsp:nvSpPr>
      <dsp:spPr>
        <a:xfrm>
          <a:off x="0" y="4021946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type: Number,</a:t>
          </a:r>
        </a:p>
      </dsp:txBody>
      <dsp:txXfrm>
        <a:off x="0" y="4021946"/>
        <a:ext cx="6301601" cy="309297"/>
      </dsp:txXfrm>
    </dsp:sp>
    <dsp:sp modelId="{AF288872-2A9F-4B73-978F-586F426657F7}">
      <dsp:nvSpPr>
        <dsp:cNvPr id="0" name=""/>
        <dsp:cNvSpPr/>
      </dsp:nvSpPr>
      <dsp:spPr>
        <a:xfrm>
          <a:off x="0" y="4331244"/>
          <a:ext cx="630160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7BE73-B375-4422-A412-B821F1567F02}">
      <dsp:nvSpPr>
        <dsp:cNvPr id="0" name=""/>
        <dsp:cNvSpPr/>
      </dsp:nvSpPr>
      <dsp:spPr>
        <a:xfrm>
          <a:off x="0" y="4331244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default: 18,      // if not provided, set 18</a:t>
          </a:r>
        </a:p>
      </dsp:txBody>
      <dsp:txXfrm>
        <a:off x="0" y="4331244"/>
        <a:ext cx="6301601" cy="309297"/>
      </dsp:txXfrm>
    </dsp:sp>
    <dsp:sp modelId="{E4DFDFEC-8A2E-4A1C-8958-64465584E672}">
      <dsp:nvSpPr>
        <dsp:cNvPr id="0" name=""/>
        <dsp:cNvSpPr/>
      </dsp:nvSpPr>
      <dsp:spPr>
        <a:xfrm>
          <a:off x="0" y="4640541"/>
          <a:ext cx="63016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9F0EE-9DBE-418F-8C1F-EA3CDF90BE29}">
      <dsp:nvSpPr>
        <dsp:cNvPr id="0" name=""/>
        <dsp:cNvSpPr/>
      </dsp:nvSpPr>
      <dsp:spPr>
        <a:xfrm>
          <a:off x="0" y="4640541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},</a:t>
          </a:r>
        </a:p>
      </dsp:txBody>
      <dsp:txXfrm>
        <a:off x="0" y="4640541"/>
        <a:ext cx="6301601" cy="309297"/>
      </dsp:txXfrm>
    </dsp:sp>
    <dsp:sp modelId="{13259524-C7EC-46CF-B31C-D79EAC4DEF08}">
      <dsp:nvSpPr>
        <dsp:cNvPr id="0" name=""/>
        <dsp:cNvSpPr/>
      </dsp:nvSpPr>
      <dsp:spPr>
        <a:xfrm>
          <a:off x="0" y="4949839"/>
          <a:ext cx="630160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7F025-0B04-4F0D-92A2-C380EB233AC1}">
      <dsp:nvSpPr>
        <dsp:cNvPr id="0" name=""/>
        <dsp:cNvSpPr/>
      </dsp:nvSpPr>
      <dsp:spPr>
        <a:xfrm>
          <a:off x="0" y="4949839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});</a:t>
          </a:r>
        </a:p>
      </dsp:txBody>
      <dsp:txXfrm>
        <a:off x="0" y="4949839"/>
        <a:ext cx="6301601" cy="309297"/>
      </dsp:txXfrm>
    </dsp:sp>
    <dsp:sp modelId="{04FB2F97-DB8F-4E6B-AD9A-AF184EFB97D0}">
      <dsp:nvSpPr>
        <dsp:cNvPr id="0" name=""/>
        <dsp:cNvSpPr/>
      </dsp:nvSpPr>
      <dsp:spPr>
        <a:xfrm>
          <a:off x="0" y="5259137"/>
          <a:ext cx="630160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AB1D1-07BB-458A-929B-D5723B1C5319}">
      <dsp:nvSpPr>
        <dsp:cNvPr id="0" name=""/>
        <dsp:cNvSpPr/>
      </dsp:nvSpPr>
      <dsp:spPr>
        <a:xfrm>
          <a:off x="0" y="5259137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// 2. Export model: connects schema to a collectionW</a:t>
          </a:r>
        </a:p>
      </dsp:txBody>
      <dsp:txXfrm>
        <a:off x="0" y="5259137"/>
        <a:ext cx="6301601" cy="309297"/>
      </dsp:txXfrm>
    </dsp:sp>
    <dsp:sp modelId="{98B40C5C-B650-4399-84C9-F663431B7229}">
      <dsp:nvSpPr>
        <dsp:cNvPr id="0" name=""/>
        <dsp:cNvSpPr/>
      </dsp:nvSpPr>
      <dsp:spPr>
        <a:xfrm>
          <a:off x="0" y="5568434"/>
          <a:ext cx="63016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00765-206D-45A6-B322-18038DFC2037}">
      <dsp:nvSpPr>
        <dsp:cNvPr id="0" name=""/>
        <dsp:cNvSpPr/>
      </dsp:nvSpPr>
      <dsp:spPr>
        <a:xfrm>
          <a:off x="0" y="5568434"/>
          <a:ext cx="6301601" cy="30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module.exports = mongoose.model("User", UserSchema);</a:t>
          </a:r>
        </a:p>
      </dsp:txBody>
      <dsp:txXfrm>
        <a:off x="0" y="5568434"/>
        <a:ext cx="6301601" cy="309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745F-45BC-1510-BE35-61AD28978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80DF9-3C3F-FB61-2239-FEF3011AB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42D9-B845-F7FC-8949-23D1261D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7C4EA-9C67-79AA-0A50-3F1A5C05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8021E-3886-B991-E304-F205D0F3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3F69-19B8-AFA4-715B-7BA450BF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465F-419E-5868-ED53-ED7E6923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8125-1E10-9F1A-1538-04712935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6828D-460F-0801-C637-A466D9F7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BCD9B-783A-2FB3-5B99-EDE3C950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4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214E-A4B1-A020-4551-96F1F9C1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14E44-B71F-14D7-5D42-FFE61140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BFECA-162E-17E3-F86D-080BBC4D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1A5C-63BC-FD47-8D39-1F3D331B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A1D2C-7F9A-7A26-F733-33B18EA8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5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535E-D238-BF45-41FE-D6E34B5E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0920D-EA99-5327-84E8-C10B1BFFA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A7B65-72A6-0FBB-4615-3B413F914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A4DF2-8A2A-00EE-3491-A1E22E2C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391FB-3521-90C8-A72F-1F679789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C532F-2786-C85E-45CA-7DC29017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58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7D3C-4273-74BC-4DEF-C9EF21F3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FBE06-D478-21FD-D4CA-BB0E9FD90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8890D-DFF6-5963-BF1D-5217EBA6E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7A242-8EB4-EEEF-AA25-1AB7A98D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5DA48-6C47-C663-8E9A-1CF27B7A2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0F872-A23D-A097-A223-93145388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B1F18-EABA-151F-EBFC-05CB017B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27FF2-CBB6-4CD7-D459-1BC428A3D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4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B24E-4E61-5E3E-6CA6-37DD30B7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B2030-A3B7-F324-01AD-B7865311F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11F14-F6E0-8D23-59B3-3A949402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5558A-6CD7-8D04-6252-1C9BB1E2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9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E65E8-CAA2-9910-58A0-DBA34F2E5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B5B86-87E5-6101-7C73-370D5E8F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7361-8D8B-CA43-33A3-93E35509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AB58-741C-9B0F-8EF4-AA51213AE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6F8C1-0E99-FD30-29EC-8EB2EE84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7A95D-60EF-773D-D366-8F4EABC8D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07D81-6CB4-1BE6-D9B2-FF2984B0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6480C-E321-522D-5918-89015999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B2CBF-2B90-C2DE-C8FE-5B0CBFDD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4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39F1-37DC-1587-3D1B-C43B78DD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D00B3-614D-503C-0B9A-05314E83A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E3434-7977-8856-9980-9DCEE8F84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9C4E0-8977-2DD6-0519-AC24F209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DEEB7-C3E7-D7EE-7C14-3C670648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F82D5-A7D8-37E7-61B6-7F160E0F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2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A759-2F73-BFDE-AF0B-709C984F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8C6A7-C037-4D69-3457-17D87A9C3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A940-1E87-0D7B-ED52-0C9C6EE9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9F0BC-015B-27FE-799A-AA271024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705F-4F5C-C431-0F84-7186C67D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11E3F-48E3-C3B2-EBD8-D2B8C4D3A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63D74-A1BF-B094-5BDC-A24253EEF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91F47-382D-B389-BD96-EE151613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0E89-E6A9-EAC1-B1EA-02C2A757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00B0B-B242-615E-7728-D8F15241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1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1790-17E7-2B98-0862-9329349C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8CB13-6A67-D3F9-69A2-CF8AB1F7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0E241-DAA2-2BD9-AAFE-0D22AB02E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EF281-11F6-41C8-8512-FA1DA9CA711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C1369-5442-7D81-812C-33945E90A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B52B2-DAA7-6420-45DF-21D53AD43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434EA-6429-4DA5-A1E8-DDD51CEC6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7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A1025-64F4-AAC4-E328-6BD6F80CE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Todays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24573-3932-CF32-F591-CD48F61DD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400" dirty="0" err="1"/>
              <a:t>Dotenv</a:t>
            </a:r>
            <a:endParaRPr lang="en-US" sz="44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400" dirty="0"/>
              <a:t>Request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400" dirty="0"/>
              <a:t>Models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4400" dirty="0" err="1"/>
              <a:t>Github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67455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2AF03-1D8D-66D0-057B-AD2C0A86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 err="1">
                <a:solidFill>
                  <a:srgbClr val="FFFFFF"/>
                </a:solidFill>
              </a:rPr>
              <a:t>dotenv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DF002-A9BF-8D1D-42F1-8567404AC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 with making .env file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 file contains sensitive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 is not automatically ignored so you must add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gitignore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and add it into list of ignoring items</a:t>
            </a:r>
          </a:p>
        </p:txBody>
      </p:sp>
    </p:spTree>
    <p:extLst>
      <p:ext uri="{BB962C8B-B14F-4D97-AF65-F5344CB8AC3E}">
        <p14:creationId xmlns:p14="http://schemas.microsoft.com/office/powerpoint/2010/main" val="173150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C7742-147D-EA27-6344-2A5FD246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Common Request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25421-91D1-1E5A-47C5-AEFB06A9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GET</a:t>
            </a:r>
          </a:p>
          <a:p>
            <a:r>
              <a:rPr lang="en-US" sz="2000" dirty="0"/>
              <a:t>POST</a:t>
            </a:r>
          </a:p>
          <a:p>
            <a:r>
              <a:rPr lang="en-US" sz="2000" dirty="0"/>
              <a:t>PUT</a:t>
            </a:r>
          </a:p>
          <a:p>
            <a:r>
              <a:rPr lang="en-US" sz="2000" dirty="0"/>
              <a:t>PATCH</a:t>
            </a:r>
          </a:p>
          <a:p>
            <a:r>
              <a:rPr lang="en-US" sz="2000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76820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DAED2-CD40-3B92-9950-A9D1FF67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GET REQUEST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05D9FD-54B5-3D2F-4523-A3AE6C577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2400" y="2299268"/>
            <a:ext cx="503857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Retrieve data from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No body allowed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to use: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Fetching resources, reading data</a:t>
            </a:r>
          </a:p>
        </p:txBody>
      </p:sp>
    </p:spTree>
    <p:extLst>
      <p:ext uri="{BB962C8B-B14F-4D97-AF65-F5344CB8AC3E}">
        <p14:creationId xmlns:p14="http://schemas.microsoft.com/office/powerpoint/2010/main" val="393560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F990F-BE81-D17F-66B9-3C42E90E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48AFA-C709-0B1A-3135-F6C54C29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POST REQUEST</a:t>
            </a:r>
          </a:p>
        </p:txBody>
      </p:sp>
      <p:graphicFrame>
        <p:nvGraphicFramePr>
          <p:cNvPr id="20" name="Rectangle 2">
            <a:extLst>
              <a:ext uri="{FF2B5EF4-FFF2-40B4-BE49-F238E27FC236}">
                <a16:creationId xmlns:a16="http://schemas.microsoft.com/office/drawing/2014/main" id="{04062707-C169-FB27-A4FA-3DAA80B9B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1598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514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B3E3C-68D2-44E1-A26F-94042790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CB6CF-66AE-1B55-C686-0FF256C8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PUT REQUEST</a:t>
            </a:r>
          </a:p>
        </p:txBody>
      </p:sp>
      <p:graphicFrame>
        <p:nvGraphicFramePr>
          <p:cNvPr id="20" name="Rectangle 3">
            <a:extLst>
              <a:ext uri="{FF2B5EF4-FFF2-40B4-BE49-F238E27FC236}">
                <a16:creationId xmlns:a16="http://schemas.microsoft.com/office/drawing/2014/main" id="{BBFF901E-3FA5-17BA-A1BB-BBF5E7C99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82458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50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2F2C6-6F2C-8ACD-85CD-D2587265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4BE05B-F39E-5D33-30F7-D0B6580D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PATCH REQUEST</a:t>
            </a:r>
          </a:p>
        </p:txBody>
      </p:sp>
      <p:graphicFrame>
        <p:nvGraphicFramePr>
          <p:cNvPr id="20" name="Rectangle 1">
            <a:extLst>
              <a:ext uri="{FF2B5EF4-FFF2-40B4-BE49-F238E27FC236}">
                <a16:creationId xmlns:a16="http://schemas.microsoft.com/office/drawing/2014/main" id="{A766F0C9-3C5F-7956-2974-DAD4742DA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11924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62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880A8-3854-7533-63EB-F464E3D4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AB5A36-BFC0-81AD-3635-0F623538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B91C7A-EA7C-A4B8-F7E2-7169BBBBF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8BC90F-3A30-8F43-B49E-0FAA4D4DA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CEAA0-564F-5D9A-BACC-662D33C44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BDA1B-FE9A-E6B0-345F-1F9DD44FB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6720AF-7DA4-C3C7-52AE-B3AA26F0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2DBE2-59F4-15EE-8FF6-BC181F43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DELETE REQUEST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4A2CEE-7580-5DC5-22A0-60ADC84E5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02401" y="2299267"/>
            <a:ext cx="49586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Delete a resource.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 params or query params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/users/123 → delete user with id 123</a:t>
            </a:r>
          </a:p>
        </p:txBody>
      </p:sp>
    </p:spTree>
    <p:extLst>
      <p:ext uri="{BB962C8B-B14F-4D97-AF65-F5344CB8AC3E}">
        <p14:creationId xmlns:p14="http://schemas.microsoft.com/office/powerpoint/2010/main" val="261156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A9D56-E4ED-4702-621A-E7642F26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7DF20-A778-23E4-5710-1A05A4ED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REQUEST SUMMARY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504CE2-17A9-C38F-208B-23AC1B34A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479999"/>
              </p:ext>
            </p:extLst>
          </p:nvPr>
        </p:nvGraphicFramePr>
        <p:xfrm>
          <a:off x="644056" y="2691323"/>
          <a:ext cx="10927832" cy="3538717"/>
        </p:xfrm>
        <a:graphic>
          <a:graphicData uri="http://schemas.openxmlformats.org/drawingml/2006/table">
            <a:tbl>
              <a:tblPr/>
              <a:tblGrid>
                <a:gridCol w="2731958">
                  <a:extLst>
                    <a:ext uri="{9D8B030D-6E8A-4147-A177-3AD203B41FA5}">
                      <a16:colId xmlns:a16="http://schemas.microsoft.com/office/drawing/2014/main" val="3832262657"/>
                    </a:ext>
                  </a:extLst>
                </a:gridCol>
                <a:gridCol w="2731958">
                  <a:extLst>
                    <a:ext uri="{9D8B030D-6E8A-4147-A177-3AD203B41FA5}">
                      <a16:colId xmlns:a16="http://schemas.microsoft.com/office/drawing/2014/main" val="1931264727"/>
                    </a:ext>
                  </a:extLst>
                </a:gridCol>
                <a:gridCol w="2731958">
                  <a:extLst>
                    <a:ext uri="{9D8B030D-6E8A-4147-A177-3AD203B41FA5}">
                      <a16:colId xmlns:a16="http://schemas.microsoft.com/office/drawing/2014/main" val="2922466197"/>
                    </a:ext>
                  </a:extLst>
                </a:gridCol>
                <a:gridCol w="2731958">
                  <a:extLst>
                    <a:ext uri="{9D8B030D-6E8A-4147-A177-3AD203B41FA5}">
                      <a16:colId xmlns:a16="http://schemas.microsoft.com/office/drawing/2014/main" val="2032998126"/>
                    </a:ext>
                  </a:extLst>
                </a:gridCol>
              </a:tblGrid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Allowed?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Location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970801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params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910348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97380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965062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Update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535526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No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 / Query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358"/>
                  </a:ext>
                </a:extLst>
              </a:tr>
              <a:tr h="505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OPTIONS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26267" marR="26267" marT="13134" marB="13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98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7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2ACF5-E764-4F1B-CAFF-F6DFA016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Models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831F06-00F4-B99C-D9B9-8A451C72F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31780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705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29BC7-5358-71BC-AC48-220940824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3EBE-21FE-4F68-EB3E-5839CE512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mongoose = require("mongoose");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mongoose.Schema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({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String,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email: String,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password: String,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module.exports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mongoose.model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("User",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34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90FA6-FCAF-5AC3-39FE-4277C237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MODELS</a:t>
            </a:r>
          </a:p>
        </p:txBody>
      </p:sp>
      <p:grpSp>
        <p:nvGrpSpPr>
          <p:cNvPr id="6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5C9494-EA52-414E-D0B6-B2085464EE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73164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082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4319F-5AF4-D7C2-467B-3D6C4C95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Basic MODEL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5EBBB7-6B02-2285-FA88-5234FA902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73196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3898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2FC6-984F-9D99-9043-F436A024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F390-2C50-6DCA-31E8-BA32E7CD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8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453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Todays Topics</vt:lpstr>
      <vt:lpstr>dotenv</vt:lpstr>
      <vt:lpstr>Common Request Types</vt:lpstr>
      <vt:lpstr>GET REQUEST</vt:lpstr>
      <vt:lpstr>POST REQUEST</vt:lpstr>
      <vt:lpstr>PUT REQUEST</vt:lpstr>
      <vt:lpstr>PATCH REQUEST</vt:lpstr>
      <vt:lpstr>DELETE REQUEST</vt:lpstr>
      <vt:lpstr>REQUEST SUMMARY</vt:lpstr>
      <vt:lpstr>Models</vt:lpstr>
      <vt:lpstr>MODELS</vt:lpstr>
      <vt:lpstr>MODELS</vt:lpstr>
      <vt:lpstr>Basic MODEL</vt:lpstr>
      <vt:lpstr>CONTROLLER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Rawal</dc:creator>
  <cp:lastModifiedBy>Adarsh Rawal</cp:lastModifiedBy>
  <cp:revision>19</cp:revision>
  <dcterms:created xsi:type="dcterms:W3CDTF">2025-12-11T08:46:25Z</dcterms:created>
  <dcterms:modified xsi:type="dcterms:W3CDTF">2025-12-12T14:30:53Z</dcterms:modified>
</cp:coreProperties>
</file>