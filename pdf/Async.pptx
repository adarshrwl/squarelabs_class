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A946B4-CED2-494C-9506-BEC7BBA806E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C0E592F-CC8C-46A3-BB1D-E9D97467CF5A}">
      <dgm:prSet/>
      <dgm:spPr/>
      <dgm:t>
        <a:bodyPr/>
        <a:lstStyle/>
        <a:p>
          <a:r>
            <a:rPr lang="en-US" dirty="0"/>
            <a:t>While talking with node </a:t>
          </a:r>
          <a:r>
            <a:rPr lang="en-US" dirty="0" err="1"/>
            <a:t>js</a:t>
          </a:r>
          <a:r>
            <a:rPr lang="en-US" dirty="0"/>
            <a:t> it does not happen instantly so we make use of Async/await</a:t>
          </a:r>
        </a:p>
      </dgm:t>
    </dgm:pt>
    <dgm:pt modelId="{723EC289-CF1A-459B-B8A9-7FCF58B56B3A}" type="parTrans" cxnId="{6CE6729B-D7F3-413F-9087-7B0FA65F0617}">
      <dgm:prSet/>
      <dgm:spPr/>
      <dgm:t>
        <a:bodyPr/>
        <a:lstStyle/>
        <a:p>
          <a:endParaRPr lang="en-US"/>
        </a:p>
      </dgm:t>
    </dgm:pt>
    <dgm:pt modelId="{180E0576-B0AE-4E82-B80F-E2CCD7CC4B3A}" type="sibTrans" cxnId="{6CE6729B-D7F3-413F-9087-7B0FA65F0617}">
      <dgm:prSet/>
      <dgm:spPr/>
      <dgm:t>
        <a:bodyPr/>
        <a:lstStyle/>
        <a:p>
          <a:endParaRPr lang="en-US"/>
        </a:p>
      </dgm:t>
    </dgm:pt>
    <dgm:pt modelId="{6F71E047-2DDB-44EF-A9F9-2FF53DC5A649}">
      <dgm:prSet/>
      <dgm:spPr/>
      <dgm:t>
        <a:bodyPr/>
        <a:lstStyle/>
        <a:p>
          <a:r>
            <a:rPr lang="en-US" dirty="0"/>
            <a:t>We Use it when somethings takes time to complete</a:t>
          </a:r>
        </a:p>
      </dgm:t>
    </dgm:pt>
    <dgm:pt modelId="{4CCE9E77-1137-406D-BE04-D850AB7E7818}" type="parTrans" cxnId="{121FA43C-3C84-4E3E-B2D7-8496567A3342}">
      <dgm:prSet/>
      <dgm:spPr/>
      <dgm:t>
        <a:bodyPr/>
        <a:lstStyle/>
        <a:p>
          <a:endParaRPr lang="en-US"/>
        </a:p>
      </dgm:t>
    </dgm:pt>
    <dgm:pt modelId="{DA76DD86-1E9E-47B8-9647-D07849662A69}" type="sibTrans" cxnId="{121FA43C-3C84-4E3E-B2D7-8496567A3342}">
      <dgm:prSet/>
      <dgm:spPr/>
      <dgm:t>
        <a:bodyPr/>
        <a:lstStyle/>
        <a:p>
          <a:endParaRPr lang="en-US"/>
        </a:p>
      </dgm:t>
    </dgm:pt>
    <dgm:pt modelId="{9BF6C6C9-CE7A-43DB-954E-7BE5459D0DF6}" type="pres">
      <dgm:prSet presAssocID="{30A946B4-CED2-494C-9506-BEC7BBA806E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F05DDD6-2643-45AA-9557-008DDBC9F035}" type="pres">
      <dgm:prSet presAssocID="{6C0E592F-CC8C-46A3-BB1D-E9D97467CF5A}" presName="hierRoot1" presStyleCnt="0"/>
      <dgm:spPr/>
    </dgm:pt>
    <dgm:pt modelId="{B7B60558-BA99-489D-9F3E-B134DFD0FE63}" type="pres">
      <dgm:prSet presAssocID="{6C0E592F-CC8C-46A3-BB1D-E9D97467CF5A}" presName="composite" presStyleCnt="0"/>
      <dgm:spPr/>
    </dgm:pt>
    <dgm:pt modelId="{20905600-3B9E-40E5-807D-58999A7F55C4}" type="pres">
      <dgm:prSet presAssocID="{6C0E592F-CC8C-46A3-BB1D-E9D97467CF5A}" presName="background" presStyleLbl="node0" presStyleIdx="0" presStyleCnt="2"/>
      <dgm:spPr/>
    </dgm:pt>
    <dgm:pt modelId="{93BCFACA-E815-4672-9BA9-191267CDB5EB}" type="pres">
      <dgm:prSet presAssocID="{6C0E592F-CC8C-46A3-BB1D-E9D97467CF5A}" presName="text" presStyleLbl="fgAcc0" presStyleIdx="0" presStyleCnt="2">
        <dgm:presLayoutVars>
          <dgm:chPref val="3"/>
        </dgm:presLayoutVars>
      </dgm:prSet>
      <dgm:spPr/>
    </dgm:pt>
    <dgm:pt modelId="{7EC8F5F8-236C-46D8-8ECD-BEDE38EDAF80}" type="pres">
      <dgm:prSet presAssocID="{6C0E592F-CC8C-46A3-BB1D-E9D97467CF5A}" presName="hierChild2" presStyleCnt="0"/>
      <dgm:spPr/>
    </dgm:pt>
    <dgm:pt modelId="{E7822014-8ACC-4A7B-BD4E-7654A8AC16E6}" type="pres">
      <dgm:prSet presAssocID="{6F71E047-2DDB-44EF-A9F9-2FF53DC5A649}" presName="hierRoot1" presStyleCnt="0"/>
      <dgm:spPr/>
    </dgm:pt>
    <dgm:pt modelId="{D8EBFD70-6CF7-4186-8578-CD3425F27D59}" type="pres">
      <dgm:prSet presAssocID="{6F71E047-2DDB-44EF-A9F9-2FF53DC5A649}" presName="composite" presStyleCnt="0"/>
      <dgm:spPr/>
    </dgm:pt>
    <dgm:pt modelId="{96D51928-1B40-4362-977C-19345960B377}" type="pres">
      <dgm:prSet presAssocID="{6F71E047-2DDB-44EF-A9F9-2FF53DC5A649}" presName="background" presStyleLbl="node0" presStyleIdx="1" presStyleCnt="2"/>
      <dgm:spPr/>
    </dgm:pt>
    <dgm:pt modelId="{FA17851A-8857-4016-A94D-C967E2AB2584}" type="pres">
      <dgm:prSet presAssocID="{6F71E047-2DDB-44EF-A9F9-2FF53DC5A649}" presName="text" presStyleLbl="fgAcc0" presStyleIdx="1" presStyleCnt="2">
        <dgm:presLayoutVars>
          <dgm:chPref val="3"/>
        </dgm:presLayoutVars>
      </dgm:prSet>
      <dgm:spPr/>
    </dgm:pt>
    <dgm:pt modelId="{CA39532C-FCC5-419C-AB55-2B4106F4EAE6}" type="pres">
      <dgm:prSet presAssocID="{6F71E047-2DDB-44EF-A9F9-2FF53DC5A649}" presName="hierChild2" presStyleCnt="0"/>
      <dgm:spPr/>
    </dgm:pt>
  </dgm:ptLst>
  <dgm:cxnLst>
    <dgm:cxn modelId="{6E6E7703-56F0-4C46-95ED-B7FAF6656635}" type="presOf" srcId="{6C0E592F-CC8C-46A3-BB1D-E9D97467CF5A}" destId="{93BCFACA-E815-4672-9BA9-191267CDB5EB}" srcOrd="0" destOrd="0" presId="urn:microsoft.com/office/officeart/2005/8/layout/hierarchy1"/>
    <dgm:cxn modelId="{121FA43C-3C84-4E3E-B2D7-8496567A3342}" srcId="{30A946B4-CED2-494C-9506-BEC7BBA806E2}" destId="{6F71E047-2DDB-44EF-A9F9-2FF53DC5A649}" srcOrd="1" destOrd="0" parTransId="{4CCE9E77-1137-406D-BE04-D850AB7E7818}" sibTransId="{DA76DD86-1E9E-47B8-9647-D07849662A69}"/>
    <dgm:cxn modelId="{A15BBB42-6111-43D7-84EF-0E062D456A4E}" type="presOf" srcId="{6F71E047-2DDB-44EF-A9F9-2FF53DC5A649}" destId="{FA17851A-8857-4016-A94D-C967E2AB2584}" srcOrd="0" destOrd="0" presId="urn:microsoft.com/office/officeart/2005/8/layout/hierarchy1"/>
    <dgm:cxn modelId="{6CE6729B-D7F3-413F-9087-7B0FA65F0617}" srcId="{30A946B4-CED2-494C-9506-BEC7BBA806E2}" destId="{6C0E592F-CC8C-46A3-BB1D-E9D97467CF5A}" srcOrd="0" destOrd="0" parTransId="{723EC289-CF1A-459B-B8A9-7FCF58B56B3A}" sibTransId="{180E0576-B0AE-4E82-B80F-E2CCD7CC4B3A}"/>
    <dgm:cxn modelId="{B861C0D6-84F6-481B-9DB8-69B2F6C5035B}" type="presOf" srcId="{30A946B4-CED2-494C-9506-BEC7BBA806E2}" destId="{9BF6C6C9-CE7A-43DB-954E-7BE5459D0DF6}" srcOrd="0" destOrd="0" presId="urn:microsoft.com/office/officeart/2005/8/layout/hierarchy1"/>
    <dgm:cxn modelId="{68AE0D15-CCED-4CD8-9B33-8DE6B47CECBD}" type="presParOf" srcId="{9BF6C6C9-CE7A-43DB-954E-7BE5459D0DF6}" destId="{7F05DDD6-2643-45AA-9557-008DDBC9F035}" srcOrd="0" destOrd="0" presId="urn:microsoft.com/office/officeart/2005/8/layout/hierarchy1"/>
    <dgm:cxn modelId="{20EED9EB-BE0E-430F-9A99-F159B43BFA93}" type="presParOf" srcId="{7F05DDD6-2643-45AA-9557-008DDBC9F035}" destId="{B7B60558-BA99-489D-9F3E-B134DFD0FE63}" srcOrd="0" destOrd="0" presId="urn:microsoft.com/office/officeart/2005/8/layout/hierarchy1"/>
    <dgm:cxn modelId="{38396F8D-D7EC-4EDD-996F-FE557456E24C}" type="presParOf" srcId="{B7B60558-BA99-489D-9F3E-B134DFD0FE63}" destId="{20905600-3B9E-40E5-807D-58999A7F55C4}" srcOrd="0" destOrd="0" presId="urn:microsoft.com/office/officeart/2005/8/layout/hierarchy1"/>
    <dgm:cxn modelId="{60C92246-3ABB-4B92-B915-60ECF9429054}" type="presParOf" srcId="{B7B60558-BA99-489D-9F3E-B134DFD0FE63}" destId="{93BCFACA-E815-4672-9BA9-191267CDB5EB}" srcOrd="1" destOrd="0" presId="urn:microsoft.com/office/officeart/2005/8/layout/hierarchy1"/>
    <dgm:cxn modelId="{0E4ED8F0-6EF9-4E80-983F-BF2EBA1A3F5D}" type="presParOf" srcId="{7F05DDD6-2643-45AA-9557-008DDBC9F035}" destId="{7EC8F5F8-236C-46D8-8ECD-BEDE38EDAF80}" srcOrd="1" destOrd="0" presId="urn:microsoft.com/office/officeart/2005/8/layout/hierarchy1"/>
    <dgm:cxn modelId="{AE750363-8F63-4AF4-9944-8E48E065CD53}" type="presParOf" srcId="{9BF6C6C9-CE7A-43DB-954E-7BE5459D0DF6}" destId="{E7822014-8ACC-4A7B-BD4E-7654A8AC16E6}" srcOrd="1" destOrd="0" presId="urn:microsoft.com/office/officeart/2005/8/layout/hierarchy1"/>
    <dgm:cxn modelId="{91117D01-4D9E-476F-AD03-D1BAD6D819A4}" type="presParOf" srcId="{E7822014-8ACC-4A7B-BD4E-7654A8AC16E6}" destId="{D8EBFD70-6CF7-4186-8578-CD3425F27D59}" srcOrd="0" destOrd="0" presId="urn:microsoft.com/office/officeart/2005/8/layout/hierarchy1"/>
    <dgm:cxn modelId="{B589348A-653E-4D5F-A05C-C12FC6461013}" type="presParOf" srcId="{D8EBFD70-6CF7-4186-8578-CD3425F27D59}" destId="{96D51928-1B40-4362-977C-19345960B377}" srcOrd="0" destOrd="0" presId="urn:microsoft.com/office/officeart/2005/8/layout/hierarchy1"/>
    <dgm:cxn modelId="{18B7A8D7-03BE-4D8B-AD9F-93178E38C234}" type="presParOf" srcId="{D8EBFD70-6CF7-4186-8578-CD3425F27D59}" destId="{FA17851A-8857-4016-A94D-C967E2AB2584}" srcOrd="1" destOrd="0" presId="urn:microsoft.com/office/officeart/2005/8/layout/hierarchy1"/>
    <dgm:cxn modelId="{4D0C70F7-A0AB-4788-A803-05641D344205}" type="presParOf" srcId="{E7822014-8ACC-4A7B-BD4E-7654A8AC16E6}" destId="{CA39532C-FCC5-419C-AB55-2B4106F4EAE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E95517-7C87-480F-88B6-0C7D7DA3EB5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0E28F97-274B-4D12-8730-921E0C212FC9}">
      <dgm:prSet/>
      <dgm:spPr/>
      <dgm:t>
        <a:bodyPr/>
        <a:lstStyle/>
        <a:p>
          <a:r>
            <a:rPr lang="en-US" dirty="0"/>
            <a:t>DB call</a:t>
          </a:r>
        </a:p>
      </dgm:t>
    </dgm:pt>
    <dgm:pt modelId="{1C96ACEE-6BCC-4BA2-B047-E0E15419B5EB}" type="parTrans" cxnId="{6D322006-731A-470C-8915-ED27A4A65018}">
      <dgm:prSet/>
      <dgm:spPr/>
      <dgm:t>
        <a:bodyPr/>
        <a:lstStyle/>
        <a:p>
          <a:endParaRPr lang="en-US"/>
        </a:p>
      </dgm:t>
    </dgm:pt>
    <dgm:pt modelId="{932343B8-77B0-44AA-8461-928B6F8D24BA}" type="sibTrans" cxnId="{6D322006-731A-470C-8915-ED27A4A65018}">
      <dgm:prSet/>
      <dgm:spPr/>
      <dgm:t>
        <a:bodyPr/>
        <a:lstStyle/>
        <a:p>
          <a:endParaRPr lang="en-US"/>
        </a:p>
      </dgm:t>
    </dgm:pt>
    <dgm:pt modelId="{1501F3D0-1FE3-42FE-BEBA-D4A40A5BA047}">
      <dgm:prSet/>
      <dgm:spPr/>
      <dgm:t>
        <a:bodyPr/>
        <a:lstStyle/>
        <a:p>
          <a:r>
            <a:rPr lang="en-US" dirty="0"/>
            <a:t>File System</a:t>
          </a:r>
        </a:p>
      </dgm:t>
    </dgm:pt>
    <dgm:pt modelId="{88A21FC5-6BE3-4468-90A6-3E2490ACF29C}" type="parTrans" cxnId="{772E0D12-4C35-455D-8622-56245D62C43D}">
      <dgm:prSet/>
      <dgm:spPr/>
      <dgm:t>
        <a:bodyPr/>
        <a:lstStyle/>
        <a:p>
          <a:endParaRPr lang="en-US"/>
        </a:p>
      </dgm:t>
    </dgm:pt>
    <dgm:pt modelId="{A58FF138-1D23-4599-A742-712EC8D08913}" type="sibTrans" cxnId="{772E0D12-4C35-455D-8622-56245D62C43D}">
      <dgm:prSet/>
      <dgm:spPr/>
      <dgm:t>
        <a:bodyPr/>
        <a:lstStyle/>
        <a:p>
          <a:endParaRPr lang="en-US"/>
        </a:p>
      </dgm:t>
    </dgm:pt>
    <dgm:pt modelId="{BF7B0FB3-D037-449D-82C4-064B9E66D197}">
      <dgm:prSet/>
      <dgm:spPr/>
      <dgm:t>
        <a:bodyPr/>
        <a:lstStyle/>
        <a:p>
          <a:r>
            <a:rPr lang="en-US" dirty="0"/>
            <a:t>API Calls</a:t>
          </a:r>
        </a:p>
      </dgm:t>
    </dgm:pt>
    <dgm:pt modelId="{6AC10E5E-AA9A-46A2-8201-D6AC06769901}" type="parTrans" cxnId="{35890030-1335-48CD-BDDA-1884AD285B52}">
      <dgm:prSet/>
      <dgm:spPr/>
      <dgm:t>
        <a:bodyPr/>
        <a:lstStyle/>
        <a:p>
          <a:endParaRPr lang="en-US"/>
        </a:p>
      </dgm:t>
    </dgm:pt>
    <dgm:pt modelId="{F3C1F1FD-3135-48C6-B749-B10D9B874C41}" type="sibTrans" cxnId="{35890030-1335-48CD-BDDA-1884AD285B52}">
      <dgm:prSet/>
      <dgm:spPr/>
      <dgm:t>
        <a:bodyPr/>
        <a:lstStyle/>
        <a:p>
          <a:endParaRPr lang="en-US"/>
        </a:p>
      </dgm:t>
    </dgm:pt>
    <dgm:pt modelId="{766EE78F-B6EF-45D8-B34C-E349CC22472A}">
      <dgm:prSet/>
      <dgm:spPr/>
      <dgm:t>
        <a:bodyPr/>
        <a:lstStyle/>
        <a:p>
          <a:r>
            <a:rPr lang="en-US"/>
            <a:t>These are some of the examples</a:t>
          </a:r>
        </a:p>
      </dgm:t>
    </dgm:pt>
    <dgm:pt modelId="{B6579997-25C1-4708-A64F-87CFB73B1617}" type="parTrans" cxnId="{1BAFDD2C-B6EA-4253-8A7F-9659A2936C66}">
      <dgm:prSet/>
      <dgm:spPr/>
      <dgm:t>
        <a:bodyPr/>
        <a:lstStyle/>
        <a:p>
          <a:endParaRPr lang="en-US"/>
        </a:p>
      </dgm:t>
    </dgm:pt>
    <dgm:pt modelId="{A29327A0-670D-4CEE-812E-9E2844822781}" type="sibTrans" cxnId="{1BAFDD2C-B6EA-4253-8A7F-9659A2936C66}">
      <dgm:prSet/>
      <dgm:spPr/>
      <dgm:t>
        <a:bodyPr/>
        <a:lstStyle/>
        <a:p>
          <a:endParaRPr lang="en-US"/>
        </a:p>
      </dgm:t>
    </dgm:pt>
    <dgm:pt modelId="{60B85AF9-7949-41F0-AC8D-014DF6DAD331}" type="pres">
      <dgm:prSet presAssocID="{BEE95517-7C87-480F-88B6-0C7D7DA3EB54}" presName="root" presStyleCnt="0">
        <dgm:presLayoutVars>
          <dgm:dir/>
          <dgm:resizeHandles val="exact"/>
        </dgm:presLayoutVars>
      </dgm:prSet>
      <dgm:spPr/>
    </dgm:pt>
    <dgm:pt modelId="{65DE081A-395F-4EC2-8D2B-08A302723562}" type="pres">
      <dgm:prSet presAssocID="{A0E28F97-274B-4D12-8730-921E0C212FC9}" presName="compNode" presStyleCnt="0"/>
      <dgm:spPr/>
    </dgm:pt>
    <dgm:pt modelId="{C2E33655-46D1-48DE-803E-82509965CF16}" type="pres">
      <dgm:prSet presAssocID="{A0E28F97-274B-4D12-8730-921E0C212FC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5E32076-4D2B-4D94-944D-60838FC0E865}" type="pres">
      <dgm:prSet presAssocID="{A0E28F97-274B-4D12-8730-921E0C212FC9}" presName="spaceRect" presStyleCnt="0"/>
      <dgm:spPr/>
    </dgm:pt>
    <dgm:pt modelId="{EC3A6FF2-B612-4B3A-B77C-643E7690FE23}" type="pres">
      <dgm:prSet presAssocID="{A0E28F97-274B-4D12-8730-921E0C212FC9}" presName="textRect" presStyleLbl="revTx" presStyleIdx="0" presStyleCnt="4">
        <dgm:presLayoutVars>
          <dgm:chMax val="1"/>
          <dgm:chPref val="1"/>
        </dgm:presLayoutVars>
      </dgm:prSet>
      <dgm:spPr/>
    </dgm:pt>
    <dgm:pt modelId="{2BDCB9E3-07C3-4926-875F-97BE41DAA7D8}" type="pres">
      <dgm:prSet presAssocID="{932343B8-77B0-44AA-8461-928B6F8D24BA}" presName="sibTrans" presStyleCnt="0"/>
      <dgm:spPr/>
    </dgm:pt>
    <dgm:pt modelId="{B6E8D1B0-28AA-4753-85FA-5E3B78741223}" type="pres">
      <dgm:prSet presAssocID="{1501F3D0-1FE3-42FE-BEBA-D4A40A5BA047}" presName="compNode" presStyleCnt="0"/>
      <dgm:spPr/>
    </dgm:pt>
    <dgm:pt modelId="{FA7D6D5F-74D8-4220-81BC-BC6938C63D84}" type="pres">
      <dgm:prSet presAssocID="{1501F3D0-1FE3-42FE-BEBA-D4A40A5BA04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2C41CC61-601F-42DF-9B7C-645C607A5603}" type="pres">
      <dgm:prSet presAssocID="{1501F3D0-1FE3-42FE-BEBA-D4A40A5BA047}" presName="spaceRect" presStyleCnt="0"/>
      <dgm:spPr/>
    </dgm:pt>
    <dgm:pt modelId="{64CB8A0B-F600-4E0B-84C1-0929692F2752}" type="pres">
      <dgm:prSet presAssocID="{1501F3D0-1FE3-42FE-BEBA-D4A40A5BA047}" presName="textRect" presStyleLbl="revTx" presStyleIdx="1" presStyleCnt="4">
        <dgm:presLayoutVars>
          <dgm:chMax val="1"/>
          <dgm:chPref val="1"/>
        </dgm:presLayoutVars>
      </dgm:prSet>
      <dgm:spPr/>
    </dgm:pt>
    <dgm:pt modelId="{9B10EFD9-59E5-49BD-B1D5-DCB0D154C3DB}" type="pres">
      <dgm:prSet presAssocID="{A58FF138-1D23-4599-A742-712EC8D08913}" presName="sibTrans" presStyleCnt="0"/>
      <dgm:spPr/>
    </dgm:pt>
    <dgm:pt modelId="{D844D789-03EA-40FB-840A-603CC4678651}" type="pres">
      <dgm:prSet presAssocID="{BF7B0FB3-D037-449D-82C4-064B9E66D197}" presName="compNode" presStyleCnt="0"/>
      <dgm:spPr/>
    </dgm:pt>
    <dgm:pt modelId="{12C9B572-AB28-4DF7-A854-AA206060D5B3}" type="pres">
      <dgm:prSet presAssocID="{BF7B0FB3-D037-449D-82C4-064B9E66D19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09C1EAF4-49F8-4494-A4AB-8BAD55BAA1EA}" type="pres">
      <dgm:prSet presAssocID="{BF7B0FB3-D037-449D-82C4-064B9E66D197}" presName="spaceRect" presStyleCnt="0"/>
      <dgm:spPr/>
    </dgm:pt>
    <dgm:pt modelId="{471A1CBB-90EE-453E-9B96-8159BD0DB73E}" type="pres">
      <dgm:prSet presAssocID="{BF7B0FB3-D037-449D-82C4-064B9E66D197}" presName="textRect" presStyleLbl="revTx" presStyleIdx="2" presStyleCnt="4">
        <dgm:presLayoutVars>
          <dgm:chMax val="1"/>
          <dgm:chPref val="1"/>
        </dgm:presLayoutVars>
      </dgm:prSet>
      <dgm:spPr/>
    </dgm:pt>
    <dgm:pt modelId="{5BE6311F-D07A-4C13-85ED-7FE1DF4E14A4}" type="pres">
      <dgm:prSet presAssocID="{F3C1F1FD-3135-48C6-B749-B10D9B874C41}" presName="sibTrans" presStyleCnt="0"/>
      <dgm:spPr/>
    </dgm:pt>
    <dgm:pt modelId="{98294AD7-51FA-4722-89FC-EAEAA81F33B8}" type="pres">
      <dgm:prSet presAssocID="{766EE78F-B6EF-45D8-B34C-E349CC22472A}" presName="compNode" presStyleCnt="0"/>
      <dgm:spPr/>
    </dgm:pt>
    <dgm:pt modelId="{5AF84CD4-645E-430E-80FC-2EFC5CC58743}" type="pres">
      <dgm:prSet presAssocID="{766EE78F-B6EF-45D8-B34C-E349CC22472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D754E0D-EA30-4D54-B43E-B1CC8EBFA9E6}" type="pres">
      <dgm:prSet presAssocID="{766EE78F-B6EF-45D8-B34C-E349CC22472A}" presName="spaceRect" presStyleCnt="0"/>
      <dgm:spPr/>
    </dgm:pt>
    <dgm:pt modelId="{F4969B5D-BE60-47E4-830F-BFFFF0FAE1B7}" type="pres">
      <dgm:prSet presAssocID="{766EE78F-B6EF-45D8-B34C-E349CC22472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D322006-731A-470C-8915-ED27A4A65018}" srcId="{BEE95517-7C87-480F-88B6-0C7D7DA3EB54}" destId="{A0E28F97-274B-4D12-8730-921E0C212FC9}" srcOrd="0" destOrd="0" parTransId="{1C96ACEE-6BCC-4BA2-B047-E0E15419B5EB}" sibTransId="{932343B8-77B0-44AA-8461-928B6F8D24BA}"/>
    <dgm:cxn modelId="{772E0D12-4C35-455D-8622-56245D62C43D}" srcId="{BEE95517-7C87-480F-88B6-0C7D7DA3EB54}" destId="{1501F3D0-1FE3-42FE-BEBA-D4A40A5BA047}" srcOrd="1" destOrd="0" parTransId="{88A21FC5-6BE3-4468-90A6-3E2490ACF29C}" sibTransId="{A58FF138-1D23-4599-A742-712EC8D08913}"/>
    <dgm:cxn modelId="{EAE4F51B-3824-4BD9-B898-D6DB4574507D}" type="presOf" srcId="{BEE95517-7C87-480F-88B6-0C7D7DA3EB54}" destId="{60B85AF9-7949-41F0-AC8D-014DF6DAD331}" srcOrd="0" destOrd="0" presId="urn:microsoft.com/office/officeart/2018/2/layout/IconLabelList"/>
    <dgm:cxn modelId="{1BAFDD2C-B6EA-4253-8A7F-9659A2936C66}" srcId="{BEE95517-7C87-480F-88B6-0C7D7DA3EB54}" destId="{766EE78F-B6EF-45D8-B34C-E349CC22472A}" srcOrd="3" destOrd="0" parTransId="{B6579997-25C1-4708-A64F-87CFB73B1617}" sibTransId="{A29327A0-670D-4CEE-812E-9E2844822781}"/>
    <dgm:cxn modelId="{35890030-1335-48CD-BDDA-1884AD285B52}" srcId="{BEE95517-7C87-480F-88B6-0C7D7DA3EB54}" destId="{BF7B0FB3-D037-449D-82C4-064B9E66D197}" srcOrd="2" destOrd="0" parTransId="{6AC10E5E-AA9A-46A2-8201-D6AC06769901}" sibTransId="{F3C1F1FD-3135-48C6-B749-B10D9B874C41}"/>
    <dgm:cxn modelId="{1AEC9E4A-410C-4C5D-8EB1-3B8B5F967277}" type="presOf" srcId="{766EE78F-B6EF-45D8-B34C-E349CC22472A}" destId="{F4969B5D-BE60-47E4-830F-BFFFF0FAE1B7}" srcOrd="0" destOrd="0" presId="urn:microsoft.com/office/officeart/2018/2/layout/IconLabelList"/>
    <dgm:cxn modelId="{FEC8BCA4-4B25-430C-B48B-2ED76B0FAA31}" type="presOf" srcId="{A0E28F97-274B-4D12-8730-921E0C212FC9}" destId="{EC3A6FF2-B612-4B3A-B77C-643E7690FE23}" srcOrd="0" destOrd="0" presId="urn:microsoft.com/office/officeart/2018/2/layout/IconLabelList"/>
    <dgm:cxn modelId="{C8C489B7-7F83-4D40-9699-8E1A8DE74DB4}" type="presOf" srcId="{BF7B0FB3-D037-449D-82C4-064B9E66D197}" destId="{471A1CBB-90EE-453E-9B96-8159BD0DB73E}" srcOrd="0" destOrd="0" presId="urn:microsoft.com/office/officeart/2018/2/layout/IconLabelList"/>
    <dgm:cxn modelId="{4A933CD1-BF6D-4223-A362-8454068B3F1C}" type="presOf" srcId="{1501F3D0-1FE3-42FE-BEBA-D4A40A5BA047}" destId="{64CB8A0B-F600-4E0B-84C1-0929692F2752}" srcOrd="0" destOrd="0" presId="urn:microsoft.com/office/officeart/2018/2/layout/IconLabelList"/>
    <dgm:cxn modelId="{08482DD5-2070-4F1B-BE75-9D495F8F06F0}" type="presParOf" srcId="{60B85AF9-7949-41F0-AC8D-014DF6DAD331}" destId="{65DE081A-395F-4EC2-8D2B-08A302723562}" srcOrd="0" destOrd="0" presId="urn:microsoft.com/office/officeart/2018/2/layout/IconLabelList"/>
    <dgm:cxn modelId="{69FA3419-C1EC-48B1-8C43-0F166563F136}" type="presParOf" srcId="{65DE081A-395F-4EC2-8D2B-08A302723562}" destId="{C2E33655-46D1-48DE-803E-82509965CF16}" srcOrd="0" destOrd="0" presId="urn:microsoft.com/office/officeart/2018/2/layout/IconLabelList"/>
    <dgm:cxn modelId="{1E69B94E-52A3-4FAB-904B-279FEE18C506}" type="presParOf" srcId="{65DE081A-395F-4EC2-8D2B-08A302723562}" destId="{A5E32076-4D2B-4D94-944D-60838FC0E865}" srcOrd="1" destOrd="0" presId="urn:microsoft.com/office/officeart/2018/2/layout/IconLabelList"/>
    <dgm:cxn modelId="{8E3CF7DF-381C-4C6F-BF94-A896EE72BC9D}" type="presParOf" srcId="{65DE081A-395F-4EC2-8D2B-08A302723562}" destId="{EC3A6FF2-B612-4B3A-B77C-643E7690FE23}" srcOrd="2" destOrd="0" presId="urn:microsoft.com/office/officeart/2018/2/layout/IconLabelList"/>
    <dgm:cxn modelId="{DEA74BDC-7710-467F-A211-AA8C7AAF7EF7}" type="presParOf" srcId="{60B85AF9-7949-41F0-AC8D-014DF6DAD331}" destId="{2BDCB9E3-07C3-4926-875F-97BE41DAA7D8}" srcOrd="1" destOrd="0" presId="urn:microsoft.com/office/officeart/2018/2/layout/IconLabelList"/>
    <dgm:cxn modelId="{4CE06002-D0CD-4B93-8586-0C39DC127F8E}" type="presParOf" srcId="{60B85AF9-7949-41F0-AC8D-014DF6DAD331}" destId="{B6E8D1B0-28AA-4753-85FA-5E3B78741223}" srcOrd="2" destOrd="0" presId="urn:microsoft.com/office/officeart/2018/2/layout/IconLabelList"/>
    <dgm:cxn modelId="{08EB193E-86C1-4131-BA94-F79275D4643B}" type="presParOf" srcId="{B6E8D1B0-28AA-4753-85FA-5E3B78741223}" destId="{FA7D6D5F-74D8-4220-81BC-BC6938C63D84}" srcOrd="0" destOrd="0" presId="urn:microsoft.com/office/officeart/2018/2/layout/IconLabelList"/>
    <dgm:cxn modelId="{299C7277-920C-4CA7-8ED7-341C974E3DAA}" type="presParOf" srcId="{B6E8D1B0-28AA-4753-85FA-5E3B78741223}" destId="{2C41CC61-601F-42DF-9B7C-645C607A5603}" srcOrd="1" destOrd="0" presId="urn:microsoft.com/office/officeart/2018/2/layout/IconLabelList"/>
    <dgm:cxn modelId="{6A616895-6421-4D13-BE39-B480A6F3AB2F}" type="presParOf" srcId="{B6E8D1B0-28AA-4753-85FA-5E3B78741223}" destId="{64CB8A0B-F600-4E0B-84C1-0929692F2752}" srcOrd="2" destOrd="0" presId="urn:microsoft.com/office/officeart/2018/2/layout/IconLabelList"/>
    <dgm:cxn modelId="{94C54FEA-B0CC-4AFB-857D-164BC6AB4AFC}" type="presParOf" srcId="{60B85AF9-7949-41F0-AC8D-014DF6DAD331}" destId="{9B10EFD9-59E5-49BD-B1D5-DCB0D154C3DB}" srcOrd="3" destOrd="0" presId="urn:microsoft.com/office/officeart/2018/2/layout/IconLabelList"/>
    <dgm:cxn modelId="{0E1C0B4E-D94F-49DD-8291-43707DBC3742}" type="presParOf" srcId="{60B85AF9-7949-41F0-AC8D-014DF6DAD331}" destId="{D844D789-03EA-40FB-840A-603CC4678651}" srcOrd="4" destOrd="0" presId="urn:microsoft.com/office/officeart/2018/2/layout/IconLabelList"/>
    <dgm:cxn modelId="{D628AC34-2372-498F-9B9D-519F88DC619D}" type="presParOf" srcId="{D844D789-03EA-40FB-840A-603CC4678651}" destId="{12C9B572-AB28-4DF7-A854-AA206060D5B3}" srcOrd="0" destOrd="0" presId="urn:microsoft.com/office/officeart/2018/2/layout/IconLabelList"/>
    <dgm:cxn modelId="{3F71C6A5-5726-4D7B-BFC5-C2B124FA613C}" type="presParOf" srcId="{D844D789-03EA-40FB-840A-603CC4678651}" destId="{09C1EAF4-49F8-4494-A4AB-8BAD55BAA1EA}" srcOrd="1" destOrd="0" presId="urn:microsoft.com/office/officeart/2018/2/layout/IconLabelList"/>
    <dgm:cxn modelId="{275AD3F5-3C2A-4E35-9864-C23E52346F9F}" type="presParOf" srcId="{D844D789-03EA-40FB-840A-603CC4678651}" destId="{471A1CBB-90EE-453E-9B96-8159BD0DB73E}" srcOrd="2" destOrd="0" presId="urn:microsoft.com/office/officeart/2018/2/layout/IconLabelList"/>
    <dgm:cxn modelId="{C56DE69B-CDD2-4227-823D-3E10B4E7BB21}" type="presParOf" srcId="{60B85AF9-7949-41F0-AC8D-014DF6DAD331}" destId="{5BE6311F-D07A-4C13-85ED-7FE1DF4E14A4}" srcOrd="5" destOrd="0" presId="urn:microsoft.com/office/officeart/2018/2/layout/IconLabelList"/>
    <dgm:cxn modelId="{88021299-B235-445E-91D3-51F95E8643D8}" type="presParOf" srcId="{60B85AF9-7949-41F0-AC8D-014DF6DAD331}" destId="{98294AD7-51FA-4722-89FC-EAEAA81F33B8}" srcOrd="6" destOrd="0" presId="urn:microsoft.com/office/officeart/2018/2/layout/IconLabelList"/>
    <dgm:cxn modelId="{9CC9E16E-0913-4DBD-95B0-E776317AB06C}" type="presParOf" srcId="{98294AD7-51FA-4722-89FC-EAEAA81F33B8}" destId="{5AF84CD4-645E-430E-80FC-2EFC5CC58743}" srcOrd="0" destOrd="0" presId="urn:microsoft.com/office/officeart/2018/2/layout/IconLabelList"/>
    <dgm:cxn modelId="{5E8695D2-239B-46BF-9A76-C3769E823A76}" type="presParOf" srcId="{98294AD7-51FA-4722-89FC-EAEAA81F33B8}" destId="{DD754E0D-EA30-4D54-B43E-B1CC8EBFA9E6}" srcOrd="1" destOrd="0" presId="urn:microsoft.com/office/officeart/2018/2/layout/IconLabelList"/>
    <dgm:cxn modelId="{81109581-A346-4285-A527-8E990ED0F888}" type="presParOf" srcId="{98294AD7-51FA-4722-89FC-EAEAA81F33B8}" destId="{F4969B5D-BE60-47E4-830F-BFFFF0FAE1B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8D7EE2-9E2D-4742-936D-17882E300F4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FE363ED-A2B9-451E-B90B-38403229BF05}">
      <dgm:prSet/>
      <dgm:spPr/>
      <dgm:t>
        <a:bodyPr/>
        <a:lstStyle/>
        <a:p>
          <a:r>
            <a:rPr lang="en-US" dirty="0"/>
            <a:t>It doesn’t wait for the completion and it moves to another statement</a:t>
          </a:r>
        </a:p>
      </dgm:t>
    </dgm:pt>
    <dgm:pt modelId="{7BE2D165-9093-4C93-8FFB-6AB0AB96EC0D}" type="parTrans" cxnId="{C1954CEF-FA8D-4D3C-9A46-246BD6355FF4}">
      <dgm:prSet/>
      <dgm:spPr/>
      <dgm:t>
        <a:bodyPr/>
        <a:lstStyle/>
        <a:p>
          <a:endParaRPr lang="en-US"/>
        </a:p>
      </dgm:t>
    </dgm:pt>
    <dgm:pt modelId="{44364E74-9836-4CE7-827F-0792D7987387}" type="sibTrans" cxnId="{C1954CEF-FA8D-4D3C-9A46-246BD6355FF4}">
      <dgm:prSet/>
      <dgm:spPr/>
      <dgm:t>
        <a:bodyPr/>
        <a:lstStyle/>
        <a:p>
          <a:endParaRPr lang="en-US"/>
        </a:p>
      </dgm:t>
    </dgm:pt>
    <dgm:pt modelId="{C8902BF8-2763-4C8C-A7A7-5B9220FCCCFF}">
      <dgm:prSet/>
      <dgm:spPr/>
      <dgm:t>
        <a:bodyPr/>
        <a:lstStyle/>
        <a:p>
          <a:r>
            <a:rPr lang="en-US" dirty="0"/>
            <a:t>Node </a:t>
          </a:r>
          <a:r>
            <a:rPr lang="en-US" dirty="0" err="1"/>
            <a:t>js</a:t>
          </a:r>
          <a:r>
            <a:rPr lang="en-US" dirty="0"/>
            <a:t> is non-blocking</a:t>
          </a:r>
        </a:p>
      </dgm:t>
    </dgm:pt>
    <dgm:pt modelId="{3DECCE87-AA8D-4C8E-ABD3-30A571840DA6}" type="parTrans" cxnId="{26A94E88-4B0E-47E4-B813-FC6C8BD57C7A}">
      <dgm:prSet/>
      <dgm:spPr/>
      <dgm:t>
        <a:bodyPr/>
        <a:lstStyle/>
        <a:p>
          <a:endParaRPr lang="en-US"/>
        </a:p>
      </dgm:t>
    </dgm:pt>
    <dgm:pt modelId="{92BCBF39-AA93-4B7A-866C-694EAD9260BD}" type="sibTrans" cxnId="{26A94E88-4B0E-47E4-B813-FC6C8BD57C7A}">
      <dgm:prSet/>
      <dgm:spPr/>
      <dgm:t>
        <a:bodyPr/>
        <a:lstStyle/>
        <a:p>
          <a:endParaRPr lang="en-US"/>
        </a:p>
      </dgm:t>
    </dgm:pt>
    <dgm:pt modelId="{1D2A005F-A35C-4A82-84C4-75D723B5147D}" type="pres">
      <dgm:prSet presAssocID="{408D7EE2-9E2D-4742-936D-17882E300F4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70BE562-E7AC-48FA-AE38-B9AAFC8FD782}" type="pres">
      <dgm:prSet presAssocID="{BFE363ED-A2B9-451E-B90B-38403229BF05}" presName="hierRoot1" presStyleCnt="0"/>
      <dgm:spPr/>
    </dgm:pt>
    <dgm:pt modelId="{0CC4A5AC-D498-4C75-806F-70DE59FB0972}" type="pres">
      <dgm:prSet presAssocID="{BFE363ED-A2B9-451E-B90B-38403229BF05}" presName="composite" presStyleCnt="0"/>
      <dgm:spPr/>
    </dgm:pt>
    <dgm:pt modelId="{C3F2F328-4AE0-4475-A83D-BD58A1B9111F}" type="pres">
      <dgm:prSet presAssocID="{BFE363ED-A2B9-451E-B90B-38403229BF05}" presName="background" presStyleLbl="node0" presStyleIdx="0" presStyleCnt="2"/>
      <dgm:spPr/>
    </dgm:pt>
    <dgm:pt modelId="{D3711270-591A-4BC2-85FB-768D5198A34D}" type="pres">
      <dgm:prSet presAssocID="{BFE363ED-A2B9-451E-B90B-38403229BF05}" presName="text" presStyleLbl="fgAcc0" presStyleIdx="0" presStyleCnt="2">
        <dgm:presLayoutVars>
          <dgm:chPref val="3"/>
        </dgm:presLayoutVars>
      </dgm:prSet>
      <dgm:spPr/>
    </dgm:pt>
    <dgm:pt modelId="{10914A64-AEE7-4626-BFA8-24B15CF426C5}" type="pres">
      <dgm:prSet presAssocID="{BFE363ED-A2B9-451E-B90B-38403229BF05}" presName="hierChild2" presStyleCnt="0"/>
      <dgm:spPr/>
    </dgm:pt>
    <dgm:pt modelId="{27565FEA-4918-4447-B045-139046F71EAC}" type="pres">
      <dgm:prSet presAssocID="{C8902BF8-2763-4C8C-A7A7-5B9220FCCCFF}" presName="hierRoot1" presStyleCnt="0"/>
      <dgm:spPr/>
    </dgm:pt>
    <dgm:pt modelId="{E18650E3-237D-474E-B4D7-DC40F8687439}" type="pres">
      <dgm:prSet presAssocID="{C8902BF8-2763-4C8C-A7A7-5B9220FCCCFF}" presName="composite" presStyleCnt="0"/>
      <dgm:spPr/>
    </dgm:pt>
    <dgm:pt modelId="{C0F4283B-22AF-41E1-88E4-C2C4A145DA3F}" type="pres">
      <dgm:prSet presAssocID="{C8902BF8-2763-4C8C-A7A7-5B9220FCCCFF}" presName="background" presStyleLbl="node0" presStyleIdx="1" presStyleCnt="2"/>
      <dgm:spPr/>
    </dgm:pt>
    <dgm:pt modelId="{298E21BD-33FF-484D-AC2A-5E4DD1E1BC4F}" type="pres">
      <dgm:prSet presAssocID="{C8902BF8-2763-4C8C-A7A7-5B9220FCCCFF}" presName="text" presStyleLbl="fgAcc0" presStyleIdx="1" presStyleCnt="2">
        <dgm:presLayoutVars>
          <dgm:chPref val="3"/>
        </dgm:presLayoutVars>
      </dgm:prSet>
      <dgm:spPr/>
    </dgm:pt>
    <dgm:pt modelId="{EE7FD0CD-C4DB-4D0D-8790-D8CF08C75C4F}" type="pres">
      <dgm:prSet presAssocID="{C8902BF8-2763-4C8C-A7A7-5B9220FCCCFF}" presName="hierChild2" presStyleCnt="0"/>
      <dgm:spPr/>
    </dgm:pt>
  </dgm:ptLst>
  <dgm:cxnLst>
    <dgm:cxn modelId="{7F707087-B229-4008-91D6-0C2F770BEAE2}" type="presOf" srcId="{C8902BF8-2763-4C8C-A7A7-5B9220FCCCFF}" destId="{298E21BD-33FF-484D-AC2A-5E4DD1E1BC4F}" srcOrd="0" destOrd="0" presId="urn:microsoft.com/office/officeart/2005/8/layout/hierarchy1"/>
    <dgm:cxn modelId="{26A94E88-4B0E-47E4-B813-FC6C8BD57C7A}" srcId="{408D7EE2-9E2D-4742-936D-17882E300F4B}" destId="{C8902BF8-2763-4C8C-A7A7-5B9220FCCCFF}" srcOrd="1" destOrd="0" parTransId="{3DECCE87-AA8D-4C8E-ABD3-30A571840DA6}" sibTransId="{92BCBF39-AA93-4B7A-866C-694EAD9260BD}"/>
    <dgm:cxn modelId="{8BF46FD3-14D7-4DD7-82BF-C8736E6B25B4}" type="presOf" srcId="{408D7EE2-9E2D-4742-936D-17882E300F4B}" destId="{1D2A005F-A35C-4A82-84C4-75D723B5147D}" srcOrd="0" destOrd="0" presId="urn:microsoft.com/office/officeart/2005/8/layout/hierarchy1"/>
    <dgm:cxn modelId="{C1954CEF-FA8D-4D3C-9A46-246BD6355FF4}" srcId="{408D7EE2-9E2D-4742-936D-17882E300F4B}" destId="{BFE363ED-A2B9-451E-B90B-38403229BF05}" srcOrd="0" destOrd="0" parTransId="{7BE2D165-9093-4C93-8FFB-6AB0AB96EC0D}" sibTransId="{44364E74-9836-4CE7-827F-0792D7987387}"/>
    <dgm:cxn modelId="{E76D3FF3-989B-4DFC-9E91-A8570C94DF87}" type="presOf" srcId="{BFE363ED-A2B9-451E-B90B-38403229BF05}" destId="{D3711270-591A-4BC2-85FB-768D5198A34D}" srcOrd="0" destOrd="0" presId="urn:microsoft.com/office/officeart/2005/8/layout/hierarchy1"/>
    <dgm:cxn modelId="{554BAFF1-2077-4277-94DE-6D1367668CD1}" type="presParOf" srcId="{1D2A005F-A35C-4A82-84C4-75D723B5147D}" destId="{E70BE562-E7AC-48FA-AE38-B9AAFC8FD782}" srcOrd="0" destOrd="0" presId="urn:microsoft.com/office/officeart/2005/8/layout/hierarchy1"/>
    <dgm:cxn modelId="{A07A08EB-1DB1-4FA0-8EBF-A0E26227F2CF}" type="presParOf" srcId="{E70BE562-E7AC-48FA-AE38-B9AAFC8FD782}" destId="{0CC4A5AC-D498-4C75-806F-70DE59FB0972}" srcOrd="0" destOrd="0" presId="urn:microsoft.com/office/officeart/2005/8/layout/hierarchy1"/>
    <dgm:cxn modelId="{32C0676D-C65C-4258-A253-18FF903C8374}" type="presParOf" srcId="{0CC4A5AC-D498-4C75-806F-70DE59FB0972}" destId="{C3F2F328-4AE0-4475-A83D-BD58A1B9111F}" srcOrd="0" destOrd="0" presId="urn:microsoft.com/office/officeart/2005/8/layout/hierarchy1"/>
    <dgm:cxn modelId="{D8B563FA-8876-42A5-8C5F-E109C83E7E0B}" type="presParOf" srcId="{0CC4A5AC-D498-4C75-806F-70DE59FB0972}" destId="{D3711270-591A-4BC2-85FB-768D5198A34D}" srcOrd="1" destOrd="0" presId="urn:microsoft.com/office/officeart/2005/8/layout/hierarchy1"/>
    <dgm:cxn modelId="{0555B938-F183-45C1-9676-C62F7AE64640}" type="presParOf" srcId="{E70BE562-E7AC-48FA-AE38-B9AAFC8FD782}" destId="{10914A64-AEE7-4626-BFA8-24B15CF426C5}" srcOrd="1" destOrd="0" presId="urn:microsoft.com/office/officeart/2005/8/layout/hierarchy1"/>
    <dgm:cxn modelId="{B52476AC-B450-4C08-A2EB-8143A1BD2F9B}" type="presParOf" srcId="{1D2A005F-A35C-4A82-84C4-75D723B5147D}" destId="{27565FEA-4918-4447-B045-139046F71EAC}" srcOrd="1" destOrd="0" presId="urn:microsoft.com/office/officeart/2005/8/layout/hierarchy1"/>
    <dgm:cxn modelId="{55A6E53F-021F-4529-8032-2848ABE93E00}" type="presParOf" srcId="{27565FEA-4918-4447-B045-139046F71EAC}" destId="{E18650E3-237D-474E-B4D7-DC40F8687439}" srcOrd="0" destOrd="0" presId="urn:microsoft.com/office/officeart/2005/8/layout/hierarchy1"/>
    <dgm:cxn modelId="{90E0554D-4627-4976-82BC-63EBE3C96FB6}" type="presParOf" srcId="{E18650E3-237D-474E-B4D7-DC40F8687439}" destId="{C0F4283B-22AF-41E1-88E4-C2C4A145DA3F}" srcOrd="0" destOrd="0" presId="urn:microsoft.com/office/officeart/2005/8/layout/hierarchy1"/>
    <dgm:cxn modelId="{AEEA4DDB-5663-44F8-A05C-1F5B6EC47764}" type="presParOf" srcId="{E18650E3-237D-474E-B4D7-DC40F8687439}" destId="{298E21BD-33FF-484D-AC2A-5E4DD1E1BC4F}" srcOrd="1" destOrd="0" presId="urn:microsoft.com/office/officeart/2005/8/layout/hierarchy1"/>
    <dgm:cxn modelId="{C23C69FF-3566-4E8E-A044-DDC2C8F3E6CC}" type="presParOf" srcId="{27565FEA-4918-4447-B045-139046F71EAC}" destId="{EE7FD0CD-C4DB-4D0D-8790-D8CF08C75C4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01FB787-0942-4083-A7F4-9E15A9A6907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1D3112B-1079-415F-ACB7-80CA03250F6B}">
      <dgm:prSet/>
      <dgm:spPr/>
      <dgm:t>
        <a:bodyPr/>
        <a:lstStyle/>
        <a:p>
          <a:r>
            <a:rPr lang="en-US"/>
            <a:t>async/await lets us write async code that looks like normal code</a:t>
          </a:r>
        </a:p>
      </dgm:t>
    </dgm:pt>
    <dgm:pt modelId="{22A9B79A-8492-4283-BA27-0CC33B7EC387}" type="parTrans" cxnId="{8D8756B9-B14B-4C22-A6E5-41E1BC3800E1}">
      <dgm:prSet/>
      <dgm:spPr/>
      <dgm:t>
        <a:bodyPr/>
        <a:lstStyle/>
        <a:p>
          <a:endParaRPr lang="en-US"/>
        </a:p>
      </dgm:t>
    </dgm:pt>
    <dgm:pt modelId="{12C3F9B3-128F-4465-B444-B8E130A2B055}" type="sibTrans" cxnId="{8D8756B9-B14B-4C22-A6E5-41E1BC3800E1}">
      <dgm:prSet/>
      <dgm:spPr/>
      <dgm:t>
        <a:bodyPr/>
        <a:lstStyle/>
        <a:p>
          <a:endParaRPr lang="en-US"/>
        </a:p>
      </dgm:t>
    </dgm:pt>
    <dgm:pt modelId="{6205CFB4-0A40-4E96-BD57-F3F4A4ADE8D4}">
      <dgm:prSet/>
      <dgm:spPr/>
      <dgm:t>
        <a:bodyPr/>
        <a:lstStyle/>
        <a:p>
          <a:r>
            <a:rPr lang="en-US"/>
            <a:t>We can write code without using async await by using .then and other which will make the code look messy and unredeable</a:t>
          </a:r>
        </a:p>
      </dgm:t>
    </dgm:pt>
    <dgm:pt modelId="{566F803B-0E0E-441C-829C-1427F3C7CAE3}" type="parTrans" cxnId="{145AF506-966E-4784-B035-6CA816688B58}">
      <dgm:prSet/>
      <dgm:spPr/>
      <dgm:t>
        <a:bodyPr/>
        <a:lstStyle/>
        <a:p>
          <a:endParaRPr lang="en-US"/>
        </a:p>
      </dgm:t>
    </dgm:pt>
    <dgm:pt modelId="{23D1195A-51F9-438A-93F6-A44D9977CA41}" type="sibTrans" cxnId="{145AF506-966E-4784-B035-6CA816688B58}">
      <dgm:prSet/>
      <dgm:spPr/>
      <dgm:t>
        <a:bodyPr/>
        <a:lstStyle/>
        <a:p>
          <a:endParaRPr lang="en-US"/>
        </a:p>
      </dgm:t>
    </dgm:pt>
    <dgm:pt modelId="{542962C0-52AC-4604-82F8-916255E5E4F7}" type="pres">
      <dgm:prSet presAssocID="{001FB787-0942-4083-A7F4-9E15A9A6907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94C0201-E428-4808-9CC7-7B27DDD475F6}" type="pres">
      <dgm:prSet presAssocID="{31D3112B-1079-415F-ACB7-80CA03250F6B}" presName="hierRoot1" presStyleCnt="0"/>
      <dgm:spPr/>
    </dgm:pt>
    <dgm:pt modelId="{1F89FB72-DCA0-49CC-A983-3FEB3D647B2B}" type="pres">
      <dgm:prSet presAssocID="{31D3112B-1079-415F-ACB7-80CA03250F6B}" presName="composite" presStyleCnt="0"/>
      <dgm:spPr/>
    </dgm:pt>
    <dgm:pt modelId="{FB611BA6-9E3F-41A9-BE09-F6C83934A70C}" type="pres">
      <dgm:prSet presAssocID="{31D3112B-1079-415F-ACB7-80CA03250F6B}" presName="background" presStyleLbl="node0" presStyleIdx="0" presStyleCnt="2"/>
      <dgm:spPr/>
    </dgm:pt>
    <dgm:pt modelId="{6A1BB472-C977-42B1-9F8F-5A6D36A0EB64}" type="pres">
      <dgm:prSet presAssocID="{31D3112B-1079-415F-ACB7-80CA03250F6B}" presName="text" presStyleLbl="fgAcc0" presStyleIdx="0" presStyleCnt="2">
        <dgm:presLayoutVars>
          <dgm:chPref val="3"/>
        </dgm:presLayoutVars>
      </dgm:prSet>
      <dgm:spPr/>
    </dgm:pt>
    <dgm:pt modelId="{2553A0F6-5F03-4BA8-8F32-FFD0510FFF04}" type="pres">
      <dgm:prSet presAssocID="{31D3112B-1079-415F-ACB7-80CA03250F6B}" presName="hierChild2" presStyleCnt="0"/>
      <dgm:spPr/>
    </dgm:pt>
    <dgm:pt modelId="{C5327335-1424-41AF-B8CF-F3BDC80F9292}" type="pres">
      <dgm:prSet presAssocID="{6205CFB4-0A40-4E96-BD57-F3F4A4ADE8D4}" presName="hierRoot1" presStyleCnt="0"/>
      <dgm:spPr/>
    </dgm:pt>
    <dgm:pt modelId="{DAE7D65E-18C3-403D-AAEF-3843C12DDCCF}" type="pres">
      <dgm:prSet presAssocID="{6205CFB4-0A40-4E96-BD57-F3F4A4ADE8D4}" presName="composite" presStyleCnt="0"/>
      <dgm:spPr/>
    </dgm:pt>
    <dgm:pt modelId="{0B80E9F1-7299-48F6-AA7D-2C5C28BB77C4}" type="pres">
      <dgm:prSet presAssocID="{6205CFB4-0A40-4E96-BD57-F3F4A4ADE8D4}" presName="background" presStyleLbl="node0" presStyleIdx="1" presStyleCnt="2"/>
      <dgm:spPr/>
    </dgm:pt>
    <dgm:pt modelId="{D10D4F9D-5973-4EE7-816D-8A0B0CDCDFF6}" type="pres">
      <dgm:prSet presAssocID="{6205CFB4-0A40-4E96-BD57-F3F4A4ADE8D4}" presName="text" presStyleLbl="fgAcc0" presStyleIdx="1" presStyleCnt="2">
        <dgm:presLayoutVars>
          <dgm:chPref val="3"/>
        </dgm:presLayoutVars>
      </dgm:prSet>
      <dgm:spPr/>
    </dgm:pt>
    <dgm:pt modelId="{23990F94-045D-479C-873D-2AF05BEC02F3}" type="pres">
      <dgm:prSet presAssocID="{6205CFB4-0A40-4E96-BD57-F3F4A4ADE8D4}" presName="hierChild2" presStyleCnt="0"/>
      <dgm:spPr/>
    </dgm:pt>
  </dgm:ptLst>
  <dgm:cxnLst>
    <dgm:cxn modelId="{145AF506-966E-4784-B035-6CA816688B58}" srcId="{001FB787-0942-4083-A7F4-9E15A9A6907F}" destId="{6205CFB4-0A40-4E96-BD57-F3F4A4ADE8D4}" srcOrd="1" destOrd="0" parTransId="{566F803B-0E0E-441C-829C-1427F3C7CAE3}" sibTransId="{23D1195A-51F9-438A-93F6-A44D9977CA41}"/>
    <dgm:cxn modelId="{E77CFB12-7A2E-4753-8B92-D2D850081F44}" type="presOf" srcId="{31D3112B-1079-415F-ACB7-80CA03250F6B}" destId="{6A1BB472-C977-42B1-9F8F-5A6D36A0EB64}" srcOrd="0" destOrd="0" presId="urn:microsoft.com/office/officeart/2005/8/layout/hierarchy1"/>
    <dgm:cxn modelId="{9FB2B961-5A45-4D6E-AF5E-77ECFA4A37E4}" type="presOf" srcId="{001FB787-0942-4083-A7F4-9E15A9A6907F}" destId="{542962C0-52AC-4604-82F8-916255E5E4F7}" srcOrd="0" destOrd="0" presId="urn:microsoft.com/office/officeart/2005/8/layout/hierarchy1"/>
    <dgm:cxn modelId="{8D8756B9-B14B-4C22-A6E5-41E1BC3800E1}" srcId="{001FB787-0942-4083-A7F4-9E15A9A6907F}" destId="{31D3112B-1079-415F-ACB7-80CA03250F6B}" srcOrd="0" destOrd="0" parTransId="{22A9B79A-8492-4283-BA27-0CC33B7EC387}" sibTransId="{12C3F9B3-128F-4465-B444-B8E130A2B055}"/>
    <dgm:cxn modelId="{23E24FE3-460C-4008-BBB1-AC7C150033B1}" type="presOf" srcId="{6205CFB4-0A40-4E96-BD57-F3F4A4ADE8D4}" destId="{D10D4F9D-5973-4EE7-816D-8A0B0CDCDFF6}" srcOrd="0" destOrd="0" presId="urn:microsoft.com/office/officeart/2005/8/layout/hierarchy1"/>
    <dgm:cxn modelId="{60D26229-C2F0-44E3-8E08-1D7FF11468A9}" type="presParOf" srcId="{542962C0-52AC-4604-82F8-916255E5E4F7}" destId="{C94C0201-E428-4808-9CC7-7B27DDD475F6}" srcOrd="0" destOrd="0" presId="urn:microsoft.com/office/officeart/2005/8/layout/hierarchy1"/>
    <dgm:cxn modelId="{738ED6F4-EBC5-4149-B583-3251DEABFDEC}" type="presParOf" srcId="{C94C0201-E428-4808-9CC7-7B27DDD475F6}" destId="{1F89FB72-DCA0-49CC-A983-3FEB3D647B2B}" srcOrd="0" destOrd="0" presId="urn:microsoft.com/office/officeart/2005/8/layout/hierarchy1"/>
    <dgm:cxn modelId="{35BEB0B9-7F4E-428C-BE1D-96BE97D083F0}" type="presParOf" srcId="{1F89FB72-DCA0-49CC-A983-3FEB3D647B2B}" destId="{FB611BA6-9E3F-41A9-BE09-F6C83934A70C}" srcOrd="0" destOrd="0" presId="urn:microsoft.com/office/officeart/2005/8/layout/hierarchy1"/>
    <dgm:cxn modelId="{855974DF-BB65-41D5-90B8-2D1152929073}" type="presParOf" srcId="{1F89FB72-DCA0-49CC-A983-3FEB3D647B2B}" destId="{6A1BB472-C977-42B1-9F8F-5A6D36A0EB64}" srcOrd="1" destOrd="0" presId="urn:microsoft.com/office/officeart/2005/8/layout/hierarchy1"/>
    <dgm:cxn modelId="{BB8AC70F-A429-4219-8B70-48E630165943}" type="presParOf" srcId="{C94C0201-E428-4808-9CC7-7B27DDD475F6}" destId="{2553A0F6-5F03-4BA8-8F32-FFD0510FFF04}" srcOrd="1" destOrd="0" presId="urn:microsoft.com/office/officeart/2005/8/layout/hierarchy1"/>
    <dgm:cxn modelId="{D0780A64-6AA6-4C52-A4C5-3DFD500807C0}" type="presParOf" srcId="{542962C0-52AC-4604-82F8-916255E5E4F7}" destId="{C5327335-1424-41AF-B8CF-F3BDC80F9292}" srcOrd="1" destOrd="0" presId="urn:microsoft.com/office/officeart/2005/8/layout/hierarchy1"/>
    <dgm:cxn modelId="{DED64D2B-8371-4348-831B-BD3E44A873C4}" type="presParOf" srcId="{C5327335-1424-41AF-B8CF-F3BDC80F9292}" destId="{DAE7D65E-18C3-403D-AAEF-3843C12DDCCF}" srcOrd="0" destOrd="0" presId="urn:microsoft.com/office/officeart/2005/8/layout/hierarchy1"/>
    <dgm:cxn modelId="{4BA086D5-8082-4273-8308-AA144A14C4B9}" type="presParOf" srcId="{DAE7D65E-18C3-403D-AAEF-3843C12DDCCF}" destId="{0B80E9F1-7299-48F6-AA7D-2C5C28BB77C4}" srcOrd="0" destOrd="0" presId="urn:microsoft.com/office/officeart/2005/8/layout/hierarchy1"/>
    <dgm:cxn modelId="{F9B2E1AB-6392-412E-B9EC-A0C8871F056B}" type="presParOf" srcId="{DAE7D65E-18C3-403D-AAEF-3843C12DDCCF}" destId="{D10D4F9D-5973-4EE7-816D-8A0B0CDCDFF6}" srcOrd="1" destOrd="0" presId="urn:microsoft.com/office/officeart/2005/8/layout/hierarchy1"/>
    <dgm:cxn modelId="{417F6581-4A2B-4C50-A87E-B9CE32FC7C67}" type="presParOf" srcId="{C5327335-1424-41AF-B8CF-F3BDC80F9292}" destId="{23990F94-045D-479C-873D-2AF05BEC02F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905600-3B9E-40E5-807D-58999A7F55C4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BCFACA-E815-4672-9BA9-191267CDB5EB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While talking with node </a:t>
          </a:r>
          <a:r>
            <a:rPr lang="en-US" sz="3600" kern="1200" dirty="0" err="1"/>
            <a:t>js</a:t>
          </a:r>
          <a:r>
            <a:rPr lang="en-US" sz="3600" kern="1200" dirty="0"/>
            <a:t> it does not happen instantly so we make use of Async/await</a:t>
          </a:r>
        </a:p>
      </dsp:txBody>
      <dsp:txXfrm>
        <a:off x="608661" y="692298"/>
        <a:ext cx="4508047" cy="2799040"/>
      </dsp:txXfrm>
    </dsp:sp>
    <dsp:sp modelId="{96D51928-1B40-4362-977C-19345960B377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17851A-8857-4016-A94D-C967E2AB2584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We Use it when somethings takes time to complete</a:t>
          </a:r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E33655-46D1-48DE-803E-82509965CF16}">
      <dsp:nvSpPr>
        <dsp:cNvPr id="0" name=""/>
        <dsp:cNvSpPr/>
      </dsp:nvSpPr>
      <dsp:spPr>
        <a:xfrm>
          <a:off x="752566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3A6FF2-B612-4B3A-B77C-643E7690FE23}">
      <dsp:nvSpPr>
        <dsp:cNvPr id="0" name=""/>
        <dsp:cNvSpPr/>
      </dsp:nvSpPr>
      <dsp:spPr>
        <a:xfrm>
          <a:off x="100682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DB call</a:t>
          </a:r>
        </a:p>
      </dsp:txBody>
      <dsp:txXfrm>
        <a:off x="100682" y="2175763"/>
        <a:ext cx="2370489" cy="720000"/>
      </dsp:txXfrm>
    </dsp:sp>
    <dsp:sp modelId="{FA7D6D5F-74D8-4220-81BC-BC6938C63D84}">
      <dsp:nvSpPr>
        <dsp:cNvPr id="0" name=""/>
        <dsp:cNvSpPr/>
      </dsp:nvSpPr>
      <dsp:spPr>
        <a:xfrm>
          <a:off x="3537891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CB8A0B-F600-4E0B-84C1-0929692F2752}">
      <dsp:nvSpPr>
        <dsp:cNvPr id="0" name=""/>
        <dsp:cNvSpPr/>
      </dsp:nvSpPr>
      <dsp:spPr>
        <a:xfrm>
          <a:off x="2886007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File System</a:t>
          </a:r>
        </a:p>
      </dsp:txBody>
      <dsp:txXfrm>
        <a:off x="2886007" y="2175763"/>
        <a:ext cx="2370489" cy="720000"/>
      </dsp:txXfrm>
    </dsp:sp>
    <dsp:sp modelId="{12C9B572-AB28-4DF7-A854-AA206060D5B3}">
      <dsp:nvSpPr>
        <dsp:cNvPr id="0" name=""/>
        <dsp:cNvSpPr/>
      </dsp:nvSpPr>
      <dsp:spPr>
        <a:xfrm>
          <a:off x="6323216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1A1CBB-90EE-453E-9B96-8159BD0DB73E}">
      <dsp:nvSpPr>
        <dsp:cNvPr id="0" name=""/>
        <dsp:cNvSpPr/>
      </dsp:nvSpPr>
      <dsp:spPr>
        <a:xfrm>
          <a:off x="5671332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API Calls</a:t>
          </a:r>
        </a:p>
      </dsp:txBody>
      <dsp:txXfrm>
        <a:off x="5671332" y="2175763"/>
        <a:ext cx="2370489" cy="720000"/>
      </dsp:txXfrm>
    </dsp:sp>
    <dsp:sp modelId="{5AF84CD4-645E-430E-80FC-2EFC5CC58743}">
      <dsp:nvSpPr>
        <dsp:cNvPr id="0" name=""/>
        <dsp:cNvSpPr/>
      </dsp:nvSpPr>
      <dsp:spPr>
        <a:xfrm>
          <a:off x="9108541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969B5D-BE60-47E4-830F-BFFFF0FAE1B7}">
      <dsp:nvSpPr>
        <dsp:cNvPr id="0" name=""/>
        <dsp:cNvSpPr/>
      </dsp:nvSpPr>
      <dsp:spPr>
        <a:xfrm>
          <a:off x="8456657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These are some of the examples</a:t>
          </a:r>
        </a:p>
      </dsp:txBody>
      <dsp:txXfrm>
        <a:off x="8456657" y="2175763"/>
        <a:ext cx="237048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F2F328-4AE0-4475-A83D-BD58A1B9111F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711270-591A-4BC2-85FB-768D5198A34D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It doesn’t wait for the completion and it moves to another statement</a:t>
          </a:r>
        </a:p>
      </dsp:txBody>
      <dsp:txXfrm>
        <a:off x="608661" y="692298"/>
        <a:ext cx="4508047" cy="2799040"/>
      </dsp:txXfrm>
    </dsp:sp>
    <dsp:sp modelId="{C0F4283B-22AF-41E1-88E4-C2C4A145DA3F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8E21BD-33FF-484D-AC2A-5E4DD1E1BC4F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Node </a:t>
          </a:r>
          <a:r>
            <a:rPr lang="en-US" sz="4100" kern="1200" dirty="0" err="1"/>
            <a:t>js</a:t>
          </a:r>
          <a:r>
            <a:rPr lang="en-US" sz="4100" kern="1200" dirty="0"/>
            <a:t> is non-blocking</a:t>
          </a:r>
        </a:p>
      </dsp:txBody>
      <dsp:txXfrm>
        <a:off x="6331365" y="692298"/>
        <a:ext cx="4508047" cy="27990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611BA6-9E3F-41A9-BE09-F6C83934A70C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1BB472-C977-42B1-9F8F-5A6D36A0EB64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async/await lets us write async code that looks like normal code</a:t>
          </a:r>
        </a:p>
      </dsp:txBody>
      <dsp:txXfrm>
        <a:off x="608661" y="692298"/>
        <a:ext cx="4508047" cy="2799040"/>
      </dsp:txXfrm>
    </dsp:sp>
    <dsp:sp modelId="{0B80E9F1-7299-48F6-AA7D-2C5C28BB77C4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0D4F9D-5973-4EE7-816D-8A0B0CDCDFF6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We can write code without using async await by using .then and other which will make the code look messy and unredeable</a:t>
          </a:r>
        </a:p>
      </dsp:txBody>
      <dsp:txXfrm>
        <a:off x="6331365" y="692298"/>
        <a:ext cx="4508047" cy="2799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2186F-7689-86C9-AA8D-824938C2D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AAF9F-4E1D-6E90-BF17-797DDFC68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481DA-8BA0-CF75-50CD-406052A84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643D-A12B-4621-A081-08502EEC818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9DB74-11A8-FF64-50D2-A8F8D9B46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0272E-E70E-8C5D-DD2C-A38CD7150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38CC-253C-46FF-ACA5-7E5B34067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409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F3632-1746-4717-8B23-8EC09A8EC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4B587-0AB5-1722-F96B-B67A372B2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61225-8F7B-C090-B28E-B3B899563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643D-A12B-4621-A081-08502EEC818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AB21C-1BC1-A53B-DDC7-F3AC59014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FFAD2-4E3D-CF57-A77A-B3DFF75D6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38CC-253C-46FF-ACA5-7E5B34067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38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59523-C0A9-0893-7D65-EA2B33076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6ECE0-184B-F807-8CF8-DAA1E9396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15C91-4884-1227-9E57-00ACD9AB8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643D-A12B-4621-A081-08502EEC818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41957-9E0B-2374-5696-BBA0BF408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EEF82-A17B-55DB-4079-62B7EAD67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38CC-253C-46FF-ACA5-7E5B34067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33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A28B-9968-19FF-DE04-DC6B0866D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2D55F-C080-750B-45E3-1089DA4C79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48DC6-2ADB-7ED3-6498-63EF17D92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6DEEE-BA6D-1157-465B-85849D8DC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643D-A12B-4621-A081-08502EEC818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B411B-7AD5-F048-9546-D05E6A055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2337C-FDD3-A828-A299-A752C8155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38CC-253C-46FF-ACA5-7E5B34067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967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1C34B-36B6-6E32-F0BC-2C2C20C4F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9A2AE-063E-5867-D37E-8A96DACCE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3A220B-26DF-AB43-8157-D93ACDF4F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292F7F-0A07-0AB2-CF39-035D7421B9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0EC818-E023-B49B-ED5C-B625B754FB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9A59F2-EF17-092B-3F4B-6CCE2DAE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643D-A12B-4621-A081-08502EEC818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FF84CA-B4D6-53B4-6002-67AFF08D4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93053C-F3B7-3BE4-5726-42D58C300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38CC-253C-46FF-ACA5-7E5B34067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00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96C92-B98C-366D-2174-C38C508FA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2F7D50-5F9E-74A0-D961-D7502BA2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643D-A12B-4621-A081-08502EEC818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06AB9-36D8-27B2-D22C-77CD06B7B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304B7F-14E5-8C05-BFD3-0FD7416AA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38CC-253C-46FF-ACA5-7E5B34067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46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DFBE2A-A2A1-B2F2-E378-E09322F1A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643D-A12B-4621-A081-08502EEC818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BE775E-5B3C-E111-AD6E-A8AA49BC3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8567B-3BCA-D7D2-669F-EC1EBD858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38CC-253C-46FF-ACA5-7E5B34067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362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C3D51-3A06-6F3A-907B-58BCC4609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7477F-DA6C-EE9F-4EED-1B90E3C97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61E38-3FDB-9349-2557-A21A463C1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28D45-B629-AA8E-C5DB-9840DDD8D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643D-A12B-4621-A081-08502EEC818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6AE6F-0877-51F2-C29F-E0358A58B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37DD3-8455-EC02-9C14-037E5442E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38CC-253C-46FF-ACA5-7E5B34067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08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A7CD8-3146-CDA9-4159-5C1C29E6E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9E5051-3734-CD3E-667B-CE68E93796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F84F9-1993-F999-1893-E7B2EEF605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DA257-0A4C-E0E3-D08A-66AD4E040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643D-A12B-4621-A081-08502EEC818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B847F-469D-4C63-2830-80F9E34A7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499242-AEC7-1ACC-BEE3-FCEB3CA22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38CC-253C-46FF-ACA5-7E5B34067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93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26E2F-1B8D-5E8A-830B-55CC1547D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59950-120D-1F8A-83CA-6BF905A98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605D6-DD54-D4C5-F6BE-8CC04BF16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643D-A12B-4621-A081-08502EEC818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1199D-6390-F475-8E88-9BF5AA688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E32B6-CFA8-1DA0-29E7-710F5D756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38CC-253C-46FF-ACA5-7E5B34067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79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EF65AF-7F8E-B82A-629E-6B6120E87F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A1D181-07E1-1158-32DE-2942F7D382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0E2D5-98D7-592E-669F-407D84E00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643D-A12B-4621-A081-08502EEC818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65A02-C79F-904D-CB7A-11DBAA41E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65568-D444-C144-5C4F-7E1E6A79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38CC-253C-46FF-ACA5-7E5B34067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843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28C913-CFAC-AE0F-1471-DE8CC5A37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CA0A6-5432-8D3C-B468-AF3AB2C89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56E4-F52A-1984-E09C-E8301C4774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E8643D-A12B-4621-A081-08502EEC818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153E3-91CE-C56E-C932-E05AB53766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67918-F6BB-B4F7-E193-3D6F8BCDDF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D838CC-253C-46FF-ACA5-7E5B34067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38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BA5215-B423-B90B-2FE9-BDB2B8ECA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Async/Await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060996-B9FD-8563-7A3A-A87306603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560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10521C-09E3-5AA4-BE3A-F4D5E9763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Why 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CBEC8B-09A8-1E45-0C34-29A81DA6CC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104775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5277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48D368-D4B0-45C0-08E9-DC8514C6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When to Use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723E32-E2A2-A9FD-EE7E-929F766150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033439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7832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298973-0B0C-96D0-DB08-6EA557AE6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What happens when we don’t use Async Await?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5D75A8-90FD-18A9-6822-EADE323DCD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965416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1388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81A58E-A720-79DF-F8D5-85761F429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Promises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BB4FE-2C07-270D-CDAC-D379C4EC4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Promises means a data will come later </a:t>
            </a:r>
          </a:p>
          <a:p>
            <a:r>
              <a:rPr lang="en-US" sz="2000" dirty="0"/>
              <a:t>Promises should be resolved</a:t>
            </a:r>
          </a:p>
          <a:p>
            <a:endParaRPr lang="en-US" sz="2000" dirty="0"/>
          </a:p>
          <a:p>
            <a:r>
              <a:rPr lang="en-US" sz="2000" dirty="0"/>
              <a:t>Example Code</a:t>
            </a:r>
          </a:p>
          <a:p>
            <a:pPr lvl="1"/>
            <a:r>
              <a:rPr lang="en-US" sz="1600" dirty="0"/>
              <a:t>Const data=</a:t>
            </a:r>
            <a:r>
              <a:rPr lang="en-US" sz="1600" dirty="0" err="1"/>
              <a:t>fetchData</a:t>
            </a:r>
            <a:r>
              <a:rPr lang="en-US" sz="1600" dirty="0"/>
              <a:t>(website!)</a:t>
            </a:r>
          </a:p>
          <a:p>
            <a:pPr lvl="1"/>
            <a:r>
              <a:rPr lang="en-US" sz="1600" dirty="0"/>
              <a:t>Console.log(data)</a:t>
            </a:r>
          </a:p>
        </p:txBody>
      </p:sp>
    </p:spTree>
    <p:extLst>
      <p:ext uri="{BB962C8B-B14F-4D97-AF65-F5344CB8AC3E}">
        <p14:creationId xmlns:p14="http://schemas.microsoft.com/office/powerpoint/2010/main" val="242342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754831-A584-0E06-0B24-358691CA6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194CB1-793D-B916-781C-ADF458A749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399990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4966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136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Async/Await</vt:lpstr>
      <vt:lpstr>Why ?</vt:lpstr>
      <vt:lpstr>When to Use</vt:lpstr>
      <vt:lpstr>What happens when we don’t use Async Await?</vt:lpstr>
      <vt:lpstr>Promises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Adarsh Rawal</dc:creator>
  <cp:lastModifiedBy>Adarsh Rawal</cp:lastModifiedBy>
  <cp:revision>10</cp:revision>
  <dcterms:created xsi:type="dcterms:W3CDTF">2025-12-15T13:00:44Z</dcterms:created>
  <dcterms:modified xsi:type="dcterms:W3CDTF">2025-12-15T14:16:44Z</dcterms:modified>
</cp:coreProperties>
</file>