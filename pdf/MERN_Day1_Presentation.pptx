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1: Introduction to MERN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What is MERN?</a:t>
            </a:r>
          </a:p>
          <a:p>
            <a:pPr lvl="1"/>
            <a:r>
              <a:t>Why MERN is important</a:t>
            </a:r>
          </a:p>
          <a:p>
            <a:pPr lvl="1"/>
            <a:r>
              <a:t>Overview of each component</a:t>
            </a:r>
          </a:p>
          <a:p>
            <a:pPr lvl="1"/>
            <a:r>
              <a:t>Course expectations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MERN Stack?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MERN = MongoDB + Express.js + React.js + Node.js</a:t>
            </a:r>
          </a:p>
          <a:p>
            <a:pPr lvl="1"/>
            <a:r>
              <a:t>Full-stack JavaScript framework</a:t>
            </a:r>
          </a:p>
          <a:p>
            <a:pPr lvl="1"/>
            <a:r>
              <a:t>Builds modern, scalable web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Learn MERN?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Uses a single language: JavaScript</a:t>
            </a:r>
          </a:p>
          <a:p>
            <a:pPr lvl="1"/>
            <a:r>
              <a:t>Fast development using React &amp; Express</a:t>
            </a:r>
          </a:p>
          <a:p>
            <a:pPr lvl="1"/>
            <a:r>
              <a:t>High industry demand</a:t>
            </a:r>
          </a:p>
          <a:p>
            <a:pPr lvl="1"/>
            <a:r>
              <a:t>Suitable for modern web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NoSQL database</a:t>
            </a:r>
          </a:p>
          <a:p>
            <a:pPr lvl="1"/>
            <a:r>
              <a:t>Stores data in JSON-like documents</a:t>
            </a:r>
          </a:p>
          <a:p>
            <a:pPr lvl="1"/>
            <a:r>
              <a:t>Flexible, scalable and fast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Backend framework for Node.js</a:t>
            </a:r>
          </a:p>
          <a:p>
            <a:pPr lvl="1"/>
            <a:r>
              <a:t>Simplifies routing and API creation</a:t>
            </a:r>
          </a:p>
          <a:p>
            <a:pPr lvl="1"/>
            <a:r>
              <a:t>Lightweight and easy to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Frontend JavaScript library</a:t>
            </a:r>
          </a:p>
          <a:p>
            <a:pPr lvl="1"/>
            <a:r>
              <a:t>Component-based architecture</a:t>
            </a:r>
          </a:p>
          <a:p>
            <a:pPr lvl="1"/>
            <a:r>
              <a:t>Fast UI rendering using Virtual DOM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Node.js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Runs JavaScript on the server</a:t>
            </a:r>
          </a:p>
          <a:p>
            <a:pPr lvl="1"/>
            <a:r>
              <a:t>Non-blocking, event-driven architecture</a:t>
            </a:r>
          </a:p>
          <a:p>
            <a:pPr lvl="1"/>
            <a:r>
              <a:t>Very fast and scalable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Can Build with MERN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E-commerce platforms</a:t>
            </a:r>
          </a:p>
          <a:p>
            <a:pPr lvl="1"/>
            <a:r>
              <a:t>Blogs &amp; dashboards</a:t>
            </a:r>
          </a:p>
          <a:p>
            <a:pPr lvl="1"/>
            <a:r>
              <a:t>Chat applications</a:t>
            </a:r>
          </a:p>
          <a:p>
            <a:pPr lvl="1"/>
            <a:r>
              <a:t>Learning platforms</a:t>
            </a:r>
          </a:p>
          <a:p>
            <a:pPr lvl="1"/>
            <a:r>
              <a:t>Portfolio websites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Skills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Frontend: HTML, CSS, React</a:t>
            </a:r>
          </a:p>
          <a:p>
            <a:pPr lvl="1"/>
            <a:r>
              <a:t>Backend: Node.js, Express</a:t>
            </a:r>
          </a:p>
          <a:p>
            <a:pPr lvl="1"/>
            <a:r>
              <a:t>Database: MongoDB CRUD</a:t>
            </a:r>
          </a:p>
          <a:p>
            <a:pPr lvl="1"/>
            <a:r>
              <a:t>Tools: Git, Postman,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