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F755-1EB3-890F-022C-FBC38C810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3A0AC-1525-B8AC-7D1D-4ADEF79C6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EF828-020E-9898-8060-6BC194DC9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B8137-5C63-AFE4-0E4D-66E601E6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5B542-7A5D-3551-99E3-DEC00AB5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2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CC13-C7E2-7E41-7136-CCFCA4B0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4F7EF-D3FD-6E6B-BC94-97AD21250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C23D8-3D8A-95E5-1CB7-F5655A98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6607D-3C82-C21C-11FC-C67DD475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53D12-8987-6E1E-9821-058FC5DE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3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C36E-7B1B-D675-BC11-32F57AFC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59F86-A0DD-28D8-E5BD-E2EDC3D5C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A6274-C49C-141E-A75C-B2006E35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D69B5-5A7F-248A-410A-566E9AE7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BE15-450E-C01B-E467-3FAAB93E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1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1F10-3B92-9647-053C-90CA238E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ADBC6-1D10-8E2F-33E7-A76CFB215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86BF6-64C9-A80D-B7ED-50CEAD2DB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2614E-A3F7-0EF1-F962-C1277557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5B14A-F37D-C775-A028-871FA196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04129-CFD5-2089-D9FA-371AC9CB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74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7C47-BAFF-33D5-F96E-93F9A7500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308A1-BC74-51BD-801F-431AD998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9D44F-4E2D-9D06-2BCC-ED15B6AFA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34E8C-9744-EC3A-CEE7-E9CB80829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7E861-5545-6212-0093-5F5F877E8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A4EEF-B8AA-F169-FFAF-30B03177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40DDB-E4FB-AC31-DCBB-ECF68484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C16AE0-C1EB-A805-5398-095B5A8F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6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0C1C-B700-CC9A-FF35-8004C197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5D68D-BABF-CA46-BD0C-1CD6BCA11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18E8F-1F5C-519B-D0E4-0A208EFF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A3A37-EF22-54A7-E098-5816A719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60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10091-71C4-C527-E18F-3F00FDF4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86AB6-7A0A-C05A-DEE3-440BA512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53961-F2E3-2617-2EF6-96FFEDE7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0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E670-D79B-805F-C8B9-A8AF580D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460C6-1212-4375-917D-0B8C33396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094F7-D659-CAF3-4144-B9E6C9EE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9A2F9-33B5-41A1-89D7-26742093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35A4A-BCE6-9107-981C-E24DAC22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133BA-8DDD-67E0-8B07-A4F7602C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6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F2BA-4BCC-4E7D-F3D3-2F2EFA82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10814-6EB3-8BF0-DE97-90DC7C3E6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926ED-15DD-70ED-9CC6-26869BCFD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EEE14-F226-A4BA-3E8C-9BCD21E3B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F071-67B0-5732-8344-6C518A41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21DEF-8063-BA2E-8F3B-F5F54AB8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7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5346-09F1-5EF2-5BF7-6C26CB30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885A1-4930-2260-C63B-C5789E0CF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DC13A-9EFE-3E49-A10E-F30511F6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ECD25-ABB7-E4AB-1AA9-D75962EEB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CB48A-BA84-0520-CFDD-B82B7354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5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34053-B7D8-D975-90A8-288399A26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B7813-3C2E-E3CB-F528-8E5F2DE78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A23D9-7A5B-9688-0878-9B86E97B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7D150-2984-68B3-5F9D-09B5E0073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64D41-F5D3-DFCF-91A1-86FBCBE4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F0E90-3DB0-58C9-4765-5BD7C6F8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DD13E-D02E-AD32-0BA2-AE63A8FC3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C8454-30BF-C93E-7D01-B3955BF23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6A866-91B8-41EF-A09F-B3D4BEA5B6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E827-FA5A-1D76-35F2-2E4D0EC28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38BFB-1834-71DD-F467-C730A1AFF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D0A96-024C-44EB-B67C-7F54573E9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1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908049-9F10-C347-E44A-B3C4BCAB0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Mern Stack</a:t>
            </a:r>
            <a:br>
              <a:rPr lang="en-US" sz="5200" dirty="0">
                <a:solidFill>
                  <a:schemeClr val="tx2"/>
                </a:solidFill>
              </a:rPr>
            </a:br>
            <a:endParaRPr lang="en-US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F4729-8105-7425-657E-56E492305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Node JS</a:t>
            </a:r>
          </a:p>
        </p:txBody>
      </p:sp>
    </p:spTree>
    <p:extLst>
      <p:ext uri="{BB962C8B-B14F-4D97-AF65-F5344CB8AC3E}">
        <p14:creationId xmlns:p14="http://schemas.microsoft.com/office/powerpoint/2010/main" val="339883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DF17B4-90C1-C811-2629-DC73B9F8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What is Node.js?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E0F20D-E18D-C3A5-E5E6-C44149DE06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59152" y="2979336"/>
            <a:ext cx="7735824" cy="2430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runtime (not a language)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 outside browser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on Chrome’s V8 engine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build backend servers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2144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692425-F831-51FC-D922-711661D9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Build Your First Backend Server (without Express)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F149E-0C87-137B-B94F-84AF4A8A2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979336"/>
            <a:ext cx="10506456" cy="3439486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const http = require("http");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const server = </a:t>
            </a:r>
            <a:r>
              <a:rPr lang="en-US" dirty="0" err="1">
                <a:solidFill>
                  <a:schemeClr val="tx2"/>
                </a:solidFill>
              </a:rPr>
              <a:t>http.createServer</a:t>
            </a:r>
            <a:r>
              <a:rPr lang="en-US" dirty="0">
                <a:solidFill>
                  <a:schemeClr val="tx2"/>
                </a:solidFill>
              </a:rPr>
              <a:t>((req, res) =&gt; {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  </a:t>
            </a:r>
            <a:r>
              <a:rPr lang="en-US" dirty="0" err="1">
                <a:solidFill>
                  <a:schemeClr val="tx2"/>
                </a:solidFill>
              </a:rPr>
              <a:t>res.write</a:t>
            </a:r>
            <a:r>
              <a:rPr lang="en-US" dirty="0">
                <a:solidFill>
                  <a:schemeClr val="tx2"/>
                </a:solidFill>
              </a:rPr>
              <a:t>("Hello from Node server!");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  </a:t>
            </a:r>
            <a:r>
              <a:rPr lang="en-US" dirty="0" err="1">
                <a:solidFill>
                  <a:schemeClr val="tx2"/>
                </a:solidFill>
              </a:rPr>
              <a:t>res.end</a:t>
            </a:r>
            <a:r>
              <a:rPr lang="en-US" dirty="0">
                <a:solidFill>
                  <a:schemeClr val="tx2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});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server.listen</a:t>
            </a:r>
            <a:r>
              <a:rPr lang="en-US" dirty="0">
                <a:solidFill>
                  <a:schemeClr val="tx2"/>
                </a:solidFill>
              </a:rPr>
              <a:t>(5000, () =&gt; console.log("Server running..."));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0901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541F0D-8D30-51A3-7C46-C049F53A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NPM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2E057-9E9B-266F-C166-3133663F7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854" y="2979336"/>
            <a:ext cx="7371280" cy="2430864"/>
          </a:xfrm>
        </p:spPr>
        <p:txBody>
          <a:bodyPr anchor="t">
            <a:no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NPM-Node Package Manager</a:t>
            </a:r>
          </a:p>
          <a:p>
            <a:r>
              <a:rPr lang="en-US" sz="4000" dirty="0" err="1">
                <a:solidFill>
                  <a:schemeClr val="tx2"/>
                </a:solidFill>
              </a:rPr>
              <a:t>npm</a:t>
            </a:r>
            <a:r>
              <a:rPr lang="en-US" sz="4000" dirty="0">
                <a:solidFill>
                  <a:schemeClr val="tx2"/>
                </a:solidFill>
              </a:rPr>
              <a:t> </a:t>
            </a:r>
            <a:r>
              <a:rPr lang="en-US" sz="4000" dirty="0" err="1">
                <a:solidFill>
                  <a:schemeClr val="tx2"/>
                </a:solidFill>
              </a:rPr>
              <a:t>init</a:t>
            </a:r>
            <a:r>
              <a:rPr lang="en-US" sz="4000" dirty="0">
                <a:solidFill>
                  <a:schemeClr val="tx2"/>
                </a:solidFill>
              </a:rPr>
              <a:t> -y</a:t>
            </a:r>
          </a:p>
          <a:p>
            <a:r>
              <a:rPr lang="en-US" sz="4000" dirty="0" err="1">
                <a:solidFill>
                  <a:schemeClr val="tx2"/>
                </a:solidFill>
              </a:rPr>
              <a:t>npm</a:t>
            </a:r>
            <a:r>
              <a:rPr lang="en-US" sz="4000" dirty="0">
                <a:solidFill>
                  <a:schemeClr val="tx2"/>
                </a:solidFill>
              </a:rPr>
              <a:t> install </a:t>
            </a:r>
            <a:r>
              <a:rPr lang="en-US" sz="4000" dirty="0" err="1">
                <a:solidFill>
                  <a:schemeClr val="tx2"/>
                </a:solidFill>
              </a:rPr>
              <a:t>nodemon</a:t>
            </a:r>
            <a:endParaRPr lang="en-US" sz="4000" dirty="0">
              <a:solidFill>
                <a:schemeClr val="tx2"/>
              </a:solidFill>
            </a:endParaRPr>
          </a:p>
          <a:p>
            <a:endParaRPr lang="en-US" sz="40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2366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4E8D43-915D-D39A-18AC-EFD9B477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Express.js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9D36-A080-49D5-9C96-F1D0D35DF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Why Express?</a:t>
            </a:r>
          </a:p>
          <a:p>
            <a:pPr lvl="1"/>
            <a:r>
              <a:rPr lang="en-US" sz="4000" dirty="0">
                <a:solidFill>
                  <a:schemeClr val="tx2"/>
                </a:solidFill>
              </a:rPr>
              <a:t>Easy Routing </a:t>
            </a:r>
          </a:p>
          <a:p>
            <a:pPr lvl="1"/>
            <a:r>
              <a:rPr lang="en-US" sz="4000" dirty="0" err="1">
                <a:solidFill>
                  <a:schemeClr val="tx2"/>
                </a:solidFill>
              </a:rPr>
              <a:t>MiddleWare</a:t>
            </a:r>
            <a:endParaRPr lang="en-US" sz="4000" dirty="0">
              <a:solidFill>
                <a:schemeClr val="tx2"/>
              </a:solidFill>
            </a:endParaRPr>
          </a:p>
          <a:p>
            <a:pPr lvl="1"/>
            <a:r>
              <a:rPr lang="en-US" sz="4000" dirty="0">
                <a:solidFill>
                  <a:schemeClr val="tx2"/>
                </a:solidFill>
              </a:rPr>
              <a:t>JSON handling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7002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A4DE82-EC41-ABFB-B147-8EA1FD12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Basic Express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68711-1D7A-D54A-77F3-542064039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196756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const express = require("express");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const app = express();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tx2"/>
                </a:solidFill>
              </a:rPr>
              <a:t>app.get</a:t>
            </a:r>
            <a:r>
              <a:rPr lang="en-US" sz="2400" dirty="0">
                <a:solidFill>
                  <a:schemeClr val="tx2"/>
                </a:solidFill>
              </a:rPr>
              <a:t>("/", (req, res) =&gt;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 </a:t>
            </a:r>
            <a:r>
              <a:rPr lang="en-US" sz="2400" dirty="0" err="1">
                <a:solidFill>
                  <a:schemeClr val="tx2"/>
                </a:solidFill>
              </a:rPr>
              <a:t>res.send</a:t>
            </a:r>
            <a:r>
              <a:rPr lang="en-US" sz="2400" dirty="0">
                <a:solidFill>
                  <a:schemeClr val="tx2"/>
                </a:solidFill>
              </a:rPr>
              <a:t>("Express working!");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});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tx2"/>
                </a:solidFill>
              </a:rPr>
              <a:t>app.listen</a:t>
            </a:r>
            <a:r>
              <a:rPr lang="en-US" sz="2400" dirty="0">
                <a:solidFill>
                  <a:schemeClr val="tx2"/>
                </a:solidFill>
              </a:rPr>
              <a:t>(5000, () =&gt; console.log("Server running"));</a:t>
            </a:r>
          </a:p>
          <a:p>
            <a:pPr marL="0" indent="0">
              <a:buNone/>
            </a:pPr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5840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163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Mern Stack </vt:lpstr>
      <vt:lpstr>What is Node.js?</vt:lpstr>
      <vt:lpstr>Build Your First Backend Server (without Express)</vt:lpstr>
      <vt:lpstr>NPM</vt:lpstr>
      <vt:lpstr>Express.js</vt:lpstr>
      <vt:lpstr>Basic Express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Rawal</dc:creator>
  <cp:lastModifiedBy>Adarsh Rawal</cp:lastModifiedBy>
  <cp:revision>16</cp:revision>
  <dcterms:created xsi:type="dcterms:W3CDTF">2025-12-09T13:08:49Z</dcterms:created>
  <dcterms:modified xsi:type="dcterms:W3CDTF">2025-12-10T13:47:35Z</dcterms:modified>
</cp:coreProperties>
</file>