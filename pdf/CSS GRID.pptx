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7" r:id="rId1"/>
  </p:sldMasterIdLst>
  <p:sldIdLst>
    <p:sldId id="256" r:id="rId2"/>
    <p:sldId id="257" r:id="rId3"/>
    <p:sldId id="260" r:id="rId4"/>
    <p:sldId id="258" r:id="rId5"/>
    <p:sldId id="259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9" r:id="rId14"/>
    <p:sldId id="271" r:id="rId15"/>
    <p:sldId id="268" r:id="rId16"/>
    <p:sldId id="270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0FCBCB-18D5-4087-8723-56E0997B2EBC}" v="4" dt="2025-12-03T12:51:29.7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1BB75345-529D-4AF0-9650-DF65D3362993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521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059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028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267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129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580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81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257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847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170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677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4786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5621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9638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75345-529D-4AF0-9650-DF65D3362993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5785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1BB75345-529D-4AF0-9650-DF65D3362993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9511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1BB75345-529D-4AF0-9650-DF65D3362993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476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1BB75345-529D-4AF0-9650-DF65D3362993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5840EBB9-19C7-49DF-BD4E-945F1C5810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226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8" r:id="rId1"/>
    <p:sldLayoutId id="2147483789" r:id="rId2"/>
    <p:sldLayoutId id="2147483790" r:id="rId3"/>
    <p:sldLayoutId id="2147483791" r:id="rId4"/>
    <p:sldLayoutId id="2147483792" r:id="rId5"/>
    <p:sldLayoutId id="2147483793" r:id="rId6"/>
    <p:sldLayoutId id="2147483794" r:id="rId7"/>
    <p:sldLayoutId id="2147483795" r:id="rId8"/>
    <p:sldLayoutId id="2147483796" r:id="rId9"/>
    <p:sldLayoutId id="2147483797" r:id="rId10"/>
    <p:sldLayoutId id="2147483798" r:id="rId11"/>
    <p:sldLayoutId id="2147483799" r:id="rId12"/>
    <p:sldLayoutId id="2147483800" r:id="rId13"/>
    <p:sldLayoutId id="2147483801" r:id="rId14"/>
    <p:sldLayoutId id="2147483802" r:id="rId15"/>
    <p:sldLayoutId id="2147483803" r:id="rId16"/>
    <p:sldLayoutId id="2147483804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2B109C5B-3B98-48EB-A942-8D11CEA374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9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Freeform 5">
            <a:extLst>
              <a:ext uri="{FF2B5EF4-FFF2-40B4-BE49-F238E27FC236}">
                <a16:creationId xmlns:a16="http://schemas.microsoft.com/office/drawing/2014/main" id="{A9C389E4-003E-40C9-AC9E-ED821C16F5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C042684-2705-40BD-9104-A6B24CE1CA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1FCDF6-34C6-981E-9303-E91149E0D9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74825" y="1143000"/>
            <a:ext cx="6268246" cy="3134032"/>
          </a:xfrm>
        </p:spPr>
        <p:txBody>
          <a:bodyPr>
            <a:normAutofit/>
          </a:bodyPr>
          <a:lstStyle/>
          <a:p>
            <a:r>
              <a:rPr lang="en-US" sz="6600" dirty="0">
                <a:solidFill>
                  <a:srgbClr val="EBEBEB"/>
                </a:solidFill>
              </a:rPr>
              <a:t>CSS GRID</a:t>
            </a:r>
          </a:p>
        </p:txBody>
      </p:sp>
      <p:pic>
        <p:nvPicPr>
          <p:cNvPr id="18" name="Graphic 17" descr="Table">
            <a:extLst>
              <a:ext uri="{FF2B5EF4-FFF2-40B4-BE49-F238E27FC236}">
                <a16:creationId xmlns:a16="http://schemas.microsoft.com/office/drawing/2014/main" id="{66DCED01-79BB-D173-D308-F425FB41D7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764" y="1661911"/>
            <a:ext cx="3531062" cy="353106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990193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6F7AE9C-9568-391D-5588-F7A361AEC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>
                <a:solidFill>
                  <a:schemeClr val="tx1"/>
                </a:solidFill>
              </a:rPr>
              <a:t>How to use Grid?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77EED-DE3D-F922-C4EC-E1E12D5B5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Make parent and make it display as grid 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.container {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  display: grid;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}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71984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6657334-1CEF-0E58-FFBF-E7579AE39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Defining Columns and Rows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21401-7055-04F5-8C41-BA6F43C59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.container {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display: grid;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grid-template-columns: 1fr </a:t>
            </a:r>
            <a:r>
              <a:rPr lang="en-US" dirty="0" err="1">
                <a:solidFill>
                  <a:schemeClr val="tx1"/>
                </a:solidFill>
              </a:rPr>
              <a:t>1fr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1fr</a:t>
            </a:r>
            <a:r>
              <a:rPr lang="en-US" dirty="0">
                <a:solidFill>
                  <a:schemeClr val="tx1"/>
                </a:solidFill>
              </a:rPr>
              <a:t>; 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/* 3 equal columns */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}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For Rows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grid-template-rows: 100px </a:t>
            </a:r>
            <a:r>
              <a:rPr lang="en-US" dirty="0" err="1">
                <a:solidFill>
                  <a:schemeClr val="tx1"/>
                </a:solidFill>
              </a:rPr>
              <a:t>100px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84558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6666D-C625-E434-D55E-E7BBB927A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Example 1: 3-Column Grid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7B1B3-F99A-E2B1-E7D5-BB30791612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4305567" cy="34163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&lt;div class="container"&gt;</a:t>
            </a:r>
          </a:p>
          <a:p>
            <a:pPr marL="0" indent="0">
              <a:buNone/>
            </a:pPr>
            <a:r>
              <a:rPr lang="en-US" dirty="0"/>
              <a:t> 	&lt;div class="box"&gt;1&lt;/div&gt;</a:t>
            </a:r>
          </a:p>
          <a:p>
            <a:pPr marL="0" indent="0">
              <a:buNone/>
            </a:pPr>
            <a:r>
              <a:rPr lang="en-US" dirty="0"/>
              <a:t> 	&lt;div class="box"&gt;2&lt;/div&gt;</a:t>
            </a:r>
          </a:p>
          <a:p>
            <a:pPr marL="0" indent="0">
              <a:buNone/>
            </a:pPr>
            <a:r>
              <a:rPr lang="en-US" dirty="0"/>
              <a:t> 	&lt;div class="box"&gt;3&lt;/div&gt;</a:t>
            </a:r>
          </a:p>
          <a:p>
            <a:pPr marL="0" indent="0">
              <a:buNone/>
            </a:pPr>
            <a:r>
              <a:rPr lang="en-US" dirty="0"/>
              <a:t>&lt;/div&gt;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A81755C-A7E4-3D2C-E0F8-4D59BC30C760}"/>
              </a:ext>
            </a:extLst>
          </p:cNvPr>
          <p:cNvSpPr txBox="1">
            <a:spLocks/>
          </p:cNvSpPr>
          <p:nvPr/>
        </p:nvSpPr>
        <p:spPr>
          <a:xfrm>
            <a:off x="6664358" y="2603500"/>
            <a:ext cx="3399793" cy="3416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.container {</a:t>
            </a:r>
          </a:p>
          <a:p>
            <a:pPr marL="0" indent="0">
              <a:buNone/>
            </a:pPr>
            <a:r>
              <a:rPr lang="en-US" dirty="0"/>
              <a:t>  display: grid;</a:t>
            </a:r>
          </a:p>
          <a:p>
            <a:pPr marL="0" indent="0">
              <a:buNone/>
            </a:pPr>
            <a:r>
              <a:rPr lang="en-US" dirty="0"/>
              <a:t>  grid-template-columns: repeat(4,1fr);</a:t>
            </a:r>
          </a:p>
          <a:p>
            <a:pPr marL="0" indent="0">
              <a:buNone/>
            </a:pPr>
            <a:r>
              <a:rPr lang="en-US" dirty="0"/>
              <a:t>  gap: 10px;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.box {</a:t>
            </a:r>
          </a:p>
          <a:p>
            <a:pPr marL="0" indent="0">
              <a:buNone/>
            </a:pPr>
            <a:r>
              <a:rPr lang="en-US" dirty="0"/>
              <a:t>  background: </a:t>
            </a:r>
            <a:r>
              <a:rPr lang="en-US" dirty="0" err="1"/>
              <a:t>lightblue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  padding: 20px;</a:t>
            </a:r>
          </a:p>
          <a:p>
            <a:pPr marL="0" indent="0">
              <a:buNone/>
            </a:pPr>
            <a:r>
              <a:rPr lang="en-US" dirty="0"/>
              <a:t>  text-align: center;</a:t>
            </a:r>
          </a:p>
          <a:p>
            <a:pPr marL="0" indent="0">
              <a:buNone/>
            </a:pPr>
            <a:r>
              <a:rPr lang="en-US" dirty="0"/>
              <a:t>  font-size: 20px;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3562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D9ABCA5-147E-FC67-D637-72A2ED5C4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>
                <a:solidFill>
                  <a:schemeClr val="tx1"/>
                </a:solidFill>
              </a:rPr>
              <a:t>GAPS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EBEB8E-1578-B635-F577-963B14C20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gap: 20px;</a:t>
            </a:r>
          </a:p>
          <a:p>
            <a:r>
              <a:rPr lang="en-US" dirty="0">
                <a:solidFill>
                  <a:schemeClr val="tx1"/>
                </a:solidFill>
              </a:rPr>
              <a:t>Helps in defining gaps between two containers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86081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6B30FFD-E43B-4A9A-5482-C26504304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 dirty="0" err="1">
                <a:solidFill>
                  <a:schemeClr val="tx1"/>
                </a:solidFill>
              </a:rPr>
              <a:t>Javascript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A8667-7D0F-19B7-040D-B661180B19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r>
              <a:rPr lang="en-US" dirty="0" err="1">
                <a:solidFill>
                  <a:schemeClr val="tx1"/>
                </a:solidFill>
              </a:rPr>
              <a:t>Javascript</a:t>
            </a:r>
            <a:r>
              <a:rPr lang="en-US" dirty="0">
                <a:solidFill>
                  <a:schemeClr val="tx1"/>
                </a:solidFill>
              </a:rPr>
              <a:t> is the programming language which makes programming interactive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HTML=Structure</a:t>
            </a:r>
          </a:p>
          <a:p>
            <a:r>
              <a:rPr lang="en-US" dirty="0">
                <a:solidFill>
                  <a:schemeClr val="tx1"/>
                </a:solidFill>
              </a:rPr>
              <a:t>CSS=Styling</a:t>
            </a:r>
          </a:p>
          <a:p>
            <a:r>
              <a:rPr lang="en-US" dirty="0" err="1">
                <a:solidFill>
                  <a:schemeClr val="tx1"/>
                </a:solidFill>
              </a:rPr>
              <a:t>Javascript</a:t>
            </a:r>
            <a:r>
              <a:rPr lang="en-US" dirty="0">
                <a:solidFill>
                  <a:schemeClr val="tx1"/>
                </a:solidFill>
              </a:rPr>
              <a:t>=Brain</a:t>
            </a:r>
          </a:p>
        </p:txBody>
      </p:sp>
    </p:spTree>
    <p:extLst>
      <p:ext uri="{BB962C8B-B14F-4D97-AF65-F5344CB8AC3E}">
        <p14:creationId xmlns:p14="http://schemas.microsoft.com/office/powerpoint/2010/main" val="1973432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017B9-6914-F5DC-0FC5-12C92F687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</a:t>
            </a:r>
            <a:r>
              <a:rPr lang="en-US" dirty="0" err="1"/>
              <a:t>Javascript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9FBDF-A617-FE0F-E24D-BA7D87CD0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Inside Browser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Inside HTML file</a:t>
            </a:r>
          </a:p>
        </p:txBody>
      </p:sp>
    </p:spTree>
    <p:extLst>
      <p:ext uri="{BB962C8B-B14F-4D97-AF65-F5344CB8AC3E}">
        <p14:creationId xmlns:p14="http://schemas.microsoft.com/office/powerpoint/2010/main" val="2934914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E1A3-D3D3-643B-FE16-2564D4227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 (let, const, var)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54CB4-20F6-C21D-E803-FA865B2FC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=Value can change </a:t>
            </a:r>
          </a:p>
          <a:p>
            <a:r>
              <a:rPr lang="en-US" dirty="0"/>
              <a:t>Const=value cannot change </a:t>
            </a:r>
          </a:p>
          <a:p>
            <a:r>
              <a:rPr lang="en-US" dirty="0"/>
              <a:t>Var=old way </a:t>
            </a:r>
          </a:p>
          <a:p>
            <a:endParaRPr lang="en-US" dirty="0"/>
          </a:p>
          <a:p>
            <a:r>
              <a:rPr lang="en-US" dirty="0"/>
              <a:t>Declaring variable between let and var might result in different scoping problems so we use Let and ignore var</a:t>
            </a:r>
          </a:p>
        </p:txBody>
      </p:sp>
    </p:spTree>
    <p:extLst>
      <p:ext uri="{BB962C8B-B14F-4D97-AF65-F5344CB8AC3E}">
        <p14:creationId xmlns:p14="http://schemas.microsoft.com/office/powerpoint/2010/main" val="2941839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E517BB-2679-2AE6-CFF5-05994392A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n-US">
                <a:solidFill>
                  <a:schemeClr val="tx1"/>
                </a:solidFill>
              </a:rPr>
              <a:t>Data Types 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1">
            <a:extLst>
              <a:ext uri="{FF2B5EF4-FFF2-40B4-BE49-F238E27FC236}">
                <a16:creationId xmlns:a16="http://schemas.microsoft.com/office/drawing/2014/main" id="{307B0CED-1F39-9214-8F79-7E423E4A60A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041399" y="1085549"/>
            <a:ext cx="5579707" cy="468690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String “” ,’’ text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Number 123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Boolean true or fals</a:t>
            </a: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e 0 or 1 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Undefined let x;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Null let y=null;</a:t>
            </a:r>
          </a:p>
        </p:txBody>
      </p:sp>
    </p:spTree>
    <p:extLst>
      <p:ext uri="{BB962C8B-B14F-4D97-AF65-F5344CB8AC3E}">
        <p14:creationId xmlns:p14="http://schemas.microsoft.com/office/powerpoint/2010/main" val="14582575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63191-3561-6C87-2D52-CA7CF9018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If-Else (SAMPLE 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822953-2CB1-7AEB-A589-973ED25C5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 age = 18;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(age &gt;= 18) {</a:t>
            </a:r>
          </a:p>
          <a:p>
            <a:pPr marL="0" indent="0">
              <a:buNone/>
            </a:pPr>
            <a:r>
              <a:rPr lang="en-US" dirty="0"/>
              <a:t> console.log("You can vote");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  console.log("Not allowed");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86392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A743A-F998-CAE0-7DA0-9747EDE20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4765A-09DE-CE37-F2E4-E90D4B090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Arithmetic Operators</a:t>
            </a:r>
          </a:p>
          <a:p>
            <a:pPr lvl="1"/>
            <a:r>
              <a:rPr lang="en-US" dirty="0"/>
              <a:t>+, -, *, /, %</a:t>
            </a:r>
          </a:p>
          <a:p>
            <a:r>
              <a:rPr lang="en-US" dirty="0"/>
              <a:t>Comparison Operators</a:t>
            </a:r>
          </a:p>
          <a:p>
            <a:pPr lvl="1"/>
            <a:r>
              <a:rPr lang="en-US" dirty="0"/>
              <a:t>==, ===, !=, &gt;, &lt;, &gt;=</a:t>
            </a:r>
          </a:p>
        </p:txBody>
      </p:sp>
    </p:spTree>
    <p:extLst>
      <p:ext uri="{BB962C8B-B14F-4D97-AF65-F5344CB8AC3E}">
        <p14:creationId xmlns:p14="http://schemas.microsoft.com/office/powerpoint/2010/main" val="3037080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329D9-7E78-E264-07D4-2BA69562E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AE264-BBC3-4B7D-16BE-8FCC71AA9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 name = "Adarsh";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name.length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name.toUpperCase</a:t>
            </a:r>
            <a:r>
              <a:rPr lang="en-US" dirty="0"/>
              <a:t>());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name.toLowerCase</a:t>
            </a:r>
            <a:r>
              <a:rPr lang="en-US" dirty="0"/>
              <a:t>());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name.slice</a:t>
            </a:r>
            <a:r>
              <a:rPr lang="en-US" dirty="0"/>
              <a:t>(0, 4));</a:t>
            </a:r>
          </a:p>
          <a:p>
            <a:pPr marL="0" indent="0">
              <a:buNone/>
            </a:pPr>
            <a:r>
              <a:rPr lang="en-US" dirty="0"/>
              <a:t>console.log(</a:t>
            </a:r>
            <a:r>
              <a:rPr lang="en-US" dirty="0" err="1"/>
              <a:t>name.replace</a:t>
            </a:r>
            <a:r>
              <a:rPr lang="en-US" dirty="0"/>
              <a:t>("Ad", “</a:t>
            </a:r>
            <a:r>
              <a:rPr lang="en-US" dirty="0" err="1"/>
              <a:t>ada</a:t>
            </a:r>
            <a:r>
              <a:rPr lang="en-US" dirty="0"/>
              <a:t>"));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311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9CD8D-48B2-BA65-5BF0-F930FF4B8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90312-534D-3085-385D-ABEB3C3E5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5" y="2603500"/>
            <a:ext cx="3166880" cy="34163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let marks = 80;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 (marks &gt; 90) {</a:t>
            </a:r>
          </a:p>
          <a:p>
            <a:pPr marL="0" indent="0">
              <a:buNone/>
            </a:pPr>
            <a:r>
              <a:rPr lang="en-US" dirty="0"/>
              <a:t>  console.log("A+");</a:t>
            </a:r>
          </a:p>
          <a:p>
            <a:pPr marL="0" indent="0">
              <a:buNone/>
            </a:pPr>
            <a:r>
              <a:rPr lang="en-US" dirty="0"/>
              <a:t>} else if (marks &gt; 75) {</a:t>
            </a:r>
          </a:p>
          <a:p>
            <a:pPr marL="0" indent="0">
              <a:buNone/>
            </a:pPr>
            <a:r>
              <a:rPr lang="en-US" dirty="0"/>
              <a:t>  console.log("A");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  console.log("B");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1C1EEBB-EC76-086F-B33F-F96CBADDB000}"/>
              </a:ext>
            </a:extLst>
          </p:cNvPr>
          <p:cNvSpPr txBox="1">
            <a:spLocks/>
          </p:cNvSpPr>
          <p:nvPr/>
        </p:nvSpPr>
        <p:spPr>
          <a:xfrm>
            <a:off x="4976457" y="2603500"/>
            <a:ext cx="3166880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(condition1) {</a:t>
            </a:r>
          </a:p>
          <a:p>
            <a:pPr marL="0" indent="0">
              <a:buNone/>
            </a:pPr>
            <a:r>
              <a:rPr lang="en-US" dirty="0"/>
              <a:t>  // runs if condition1 is true</a:t>
            </a:r>
          </a:p>
          <a:p>
            <a:pPr marL="0" indent="0">
              <a:buNone/>
            </a:pPr>
            <a:r>
              <a:rPr lang="en-US" dirty="0"/>
              <a:t>} else if (condition2) {</a:t>
            </a:r>
          </a:p>
          <a:p>
            <a:pPr marL="0" indent="0">
              <a:buNone/>
            </a:pPr>
            <a:r>
              <a:rPr lang="en-US" dirty="0"/>
              <a:t>  // runs if condition2 is true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  // runs if none of the above are true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33239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BC1E4-A6B4-5899-A215-2842AC6A1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Literals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AAD7D7-B702-5AC4-2E2B-C10E062204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 name = "Adarsh";</a:t>
            </a:r>
          </a:p>
          <a:p>
            <a:pPr marL="0" indent="0">
              <a:buNone/>
            </a:pPr>
            <a:r>
              <a:rPr lang="en-US" dirty="0"/>
              <a:t>console.log(`Hello ${name}, welcome to the class!`);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1652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557F6-337D-3AF7-2106-A741D2110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99A3B-4327-723A-FE17-B5FFAC5127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 colors = ["red", "green", "blue"];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colors.push</a:t>
            </a:r>
            <a:r>
              <a:rPr lang="en-US" dirty="0"/>
              <a:t>("yellow");   // add at end</a:t>
            </a:r>
          </a:p>
          <a:p>
            <a:pPr marL="0" indent="0">
              <a:buNone/>
            </a:pPr>
            <a:r>
              <a:rPr lang="en-US" dirty="0" err="1"/>
              <a:t>colors.pop</a:t>
            </a:r>
            <a:r>
              <a:rPr lang="en-US" dirty="0"/>
              <a:t>();            // remove last</a:t>
            </a:r>
          </a:p>
          <a:p>
            <a:pPr marL="0" indent="0">
              <a:buNone/>
            </a:pPr>
            <a:r>
              <a:rPr lang="en-US" dirty="0" err="1"/>
              <a:t>colors.unshift</a:t>
            </a:r>
            <a:r>
              <a:rPr lang="en-US" dirty="0"/>
              <a:t>("pink");  // add at start</a:t>
            </a:r>
          </a:p>
          <a:p>
            <a:pPr marL="0" indent="0">
              <a:buNone/>
            </a:pPr>
            <a:r>
              <a:rPr lang="en-US" dirty="0" err="1"/>
              <a:t>colors.shift</a:t>
            </a:r>
            <a:r>
              <a:rPr lang="en-US" dirty="0"/>
              <a:t>();          // remove first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console.log(colors);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97940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3B0C7-CD25-5ACE-482A-781FE5BED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6A88D9-5BB1-7DFC-C9A1-266FF222F5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For Loop</a:t>
            </a:r>
          </a:p>
          <a:p>
            <a:pPr marL="0" indent="0">
              <a:buNone/>
            </a:pPr>
            <a:r>
              <a:rPr lang="en-US" dirty="0"/>
              <a:t>for (let </a:t>
            </a:r>
            <a:r>
              <a:rPr lang="en-US" dirty="0" err="1"/>
              <a:t>i</a:t>
            </a:r>
            <a:r>
              <a:rPr lang="en-US" dirty="0"/>
              <a:t> = 1; </a:t>
            </a:r>
            <a:r>
              <a:rPr lang="en-US" dirty="0" err="1"/>
              <a:t>i</a:t>
            </a:r>
            <a:r>
              <a:rPr lang="en-US" dirty="0"/>
              <a:t> &lt;= 5;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pPr marL="0" indent="0">
              <a:buNone/>
            </a:pPr>
            <a:r>
              <a:rPr lang="en-US" dirty="0"/>
              <a:t>  console.log("Number:", </a:t>
            </a:r>
            <a:r>
              <a:rPr lang="en-US" dirty="0" err="1"/>
              <a:t>i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FF528D7-4D3B-674F-6A24-B26168F29C8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While Loop</a:t>
            </a:r>
          </a:p>
          <a:p>
            <a:pPr marL="0" indent="0">
              <a:buNone/>
            </a:pPr>
            <a:r>
              <a:rPr lang="nn-NO" dirty="0"/>
              <a:t>let i = 1;</a:t>
            </a:r>
          </a:p>
          <a:p>
            <a:pPr marL="0" indent="0">
              <a:buNone/>
            </a:pPr>
            <a:r>
              <a:rPr lang="nn-NO" dirty="0"/>
              <a:t>while (i &lt;= 3) {</a:t>
            </a:r>
          </a:p>
          <a:p>
            <a:pPr marL="0" indent="0">
              <a:buNone/>
            </a:pPr>
            <a:r>
              <a:rPr lang="nn-NO" dirty="0"/>
              <a:t>  console.log(i);</a:t>
            </a:r>
          </a:p>
          <a:p>
            <a:pPr marL="0" indent="0">
              <a:buNone/>
            </a:pPr>
            <a:r>
              <a:rPr lang="nn-NO" dirty="0"/>
              <a:t>  i++;</a:t>
            </a:r>
          </a:p>
          <a:p>
            <a:pPr marL="0" indent="0">
              <a:buNone/>
            </a:pPr>
            <a:r>
              <a:rPr lang="nn-NO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1643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842E2-5CE8-264E-8D1B-E9A9FEE0D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6BAC92-69A3-5CE2-32D7-0B8AC14A3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block of code that runs when called.</a:t>
            </a:r>
          </a:p>
          <a:p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function greet() {</a:t>
            </a:r>
          </a:p>
          <a:p>
            <a:pPr marL="0" indent="0">
              <a:buNone/>
            </a:pPr>
            <a:r>
              <a:rPr lang="en-US" dirty="0"/>
              <a:t>  console.log("Hello Students!");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greet();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4823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85428-C126-CFA2-4383-9984409FB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Paramater</a:t>
            </a:r>
            <a:r>
              <a:rPr lang="en-US" dirty="0"/>
              <a:t>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2EB26-62ED-5253-0BA2-12AFA9D356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function add(a, b) {</a:t>
            </a:r>
          </a:p>
          <a:p>
            <a:pPr marL="0" indent="0">
              <a:buNone/>
            </a:pPr>
            <a:r>
              <a:rPr lang="en-US" dirty="0"/>
              <a:t>  console.log(a + b);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add(5, 10);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53756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5F1C0-C246-7108-5230-7B73917E4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Arrow Function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1B042A-ECA2-3367-D9AD-4E0EECF39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8C09B-2E43-853B-41C4-BDCB38D4E9A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const multiply = (a, b) =&gt; {</a:t>
            </a:r>
          </a:p>
          <a:p>
            <a:pPr marL="0" indent="0">
              <a:buNone/>
            </a:pPr>
            <a:r>
              <a:rPr lang="en-US" dirty="0"/>
              <a:t>  return a * b;</a:t>
            </a:r>
          </a:p>
          <a:p>
            <a:pPr marL="0" indent="0">
              <a:buNone/>
            </a:pPr>
            <a:r>
              <a:rPr lang="en-US" dirty="0"/>
              <a:t>};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console.log(multiply(3, 4));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6D02F0-D6B0-4DEC-76EB-750440BFD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Syntax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6199BF-F93F-3F84-2A9C-F1EF74AE87F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const </a:t>
            </a:r>
            <a:r>
              <a:rPr lang="en-US" dirty="0" err="1"/>
              <a:t>functionName</a:t>
            </a:r>
            <a:r>
              <a:rPr lang="en-US" dirty="0"/>
              <a:t> = (parameters) =&gt; {</a:t>
            </a:r>
          </a:p>
          <a:p>
            <a:pPr marL="0" indent="0">
              <a:buNone/>
            </a:pPr>
            <a:r>
              <a:rPr lang="en-US" dirty="0"/>
              <a:t>  // code here</a:t>
            </a:r>
          </a:p>
          <a:p>
            <a:pPr marL="0" indent="0">
              <a:buNone/>
            </a:pPr>
            <a:r>
              <a:rPr lang="en-US" dirty="0"/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9383997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7DFD3-636F-39F9-849D-4D1A2BFBF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Arrow function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AB41FE-5E1A-0849-7CC2-66F95D7C34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</a:t>
            </a:r>
            <a:r>
              <a:rPr lang="en-US" dirty="0" err="1"/>
              <a:t>Pararmter</a:t>
            </a:r>
            <a:r>
              <a:rPr lang="en-US" dirty="0"/>
              <a:t>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5C7D14-6B88-6C55-AD1A-F8F59C2939B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const square = (n) =&gt; n * n;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E465B2-3BA7-85D0-793D-0F68F74AC8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Zero Parameter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AB34AB-99BD-B7F5-3576-FE323BB42C0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nn-NO" dirty="0"/>
              <a:t>const sayHello = () =&gt; console.log("Hello!");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89198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D871E9B-D004-D4C6-9AFA-68CF7C1E1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0DE0E2D-EE50-6357-3CB1-34305BE594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Key value pair for structured data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let student = { name: "Adarsh", age: 20, grades: [85, 90, 78] };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6C571D3-E5FF-919F-21C3-D709C54B7DF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Methods</a:t>
            </a:r>
          </a:p>
          <a:p>
            <a:r>
              <a:rPr lang="en-US" dirty="0"/>
              <a:t>Examples in the file</a:t>
            </a:r>
          </a:p>
        </p:txBody>
      </p:sp>
    </p:spTree>
    <p:extLst>
      <p:ext uri="{BB962C8B-B14F-4D97-AF65-F5344CB8AC3E}">
        <p14:creationId xmlns:p14="http://schemas.microsoft.com/office/powerpoint/2010/main" val="38947520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BF4E0-3811-A72E-4622-6C5AE3384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Dom Manipulation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C7824-5ACC-3E18-AC58-C1C4CEE7305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For next day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857EE2-54D5-7221-5D25-D0DABA545B5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048589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357</TotalTime>
  <Words>750</Words>
  <Application>Microsoft Office PowerPoint</Application>
  <PresentationFormat>Widescreen</PresentationFormat>
  <Paragraphs>156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Century Gothic</vt:lpstr>
      <vt:lpstr>Times New Roman</vt:lpstr>
      <vt:lpstr>Wingdings 3</vt:lpstr>
      <vt:lpstr>Ion Boardroom</vt:lpstr>
      <vt:lpstr>CSS GRID</vt:lpstr>
      <vt:lpstr>How to use Grid?</vt:lpstr>
      <vt:lpstr>Defining Columns and Rows</vt:lpstr>
      <vt:lpstr>Simple Example 1: 3-Column Grid</vt:lpstr>
      <vt:lpstr>GAPS</vt:lpstr>
      <vt:lpstr>Javascript</vt:lpstr>
      <vt:lpstr>How To Run Javascript?</vt:lpstr>
      <vt:lpstr>Variables (let, const, var)</vt:lpstr>
      <vt:lpstr>Data Types </vt:lpstr>
      <vt:lpstr>If-Else (SAMPLE EXAMPLE)</vt:lpstr>
      <vt:lpstr>Operators</vt:lpstr>
      <vt:lpstr>Strings</vt:lpstr>
      <vt:lpstr>If Else</vt:lpstr>
      <vt:lpstr>Template Literals</vt:lpstr>
      <vt:lpstr>Arrays</vt:lpstr>
      <vt:lpstr>Loops</vt:lpstr>
      <vt:lpstr>Functions</vt:lpstr>
      <vt:lpstr>Paramater Function</vt:lpstr>
      <vt:lpstr>Arrow Function</vt:lpstr>
      <vt:lpstr>Arrow function</vt:lpstr>
      <vt:lpstr>Object</vt:lpstr>
      <vt:lpstr>Dom Manipulation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Adarsh Rawal</dc:creator>
  <cp:lastModifiedBy>Adarsh Rawal</cp:lastModifiedBy>
  <cp:revision>15</cp:revision>
  <dcterms:created xsi:type="dcterms:W3CDTF">2025-12-02T12:37:47Z</dcterms:created>
  <dcterms:modified xsi:type="dcterms:W3CDTF">2025-12-08T14:32:16Z</dcterms:modified>
</cp:coreProperties>
</file>