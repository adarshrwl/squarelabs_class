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0FCBCB-18D5-4087-8723-56E0997B2EBC}" v="4" dt="2025-12-03T12:51:29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2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5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2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6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2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8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1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5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4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7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67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78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62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6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78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51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7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BB75345-529D-4AF0-9650-DF65D336299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840EBB9-19C7-49DF-BD4E-945F1C581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2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2B109C5B-3B98-48EB-A942-8D11CEA3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A9C389E4-003E-40C9-AC9E-ED821C16F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042684-2705-40BD-9104-A6B24CE1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FCDF6-34C6-981E-9303-E91149E0D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4825" y="1143000"/>
            <a:ext cx="6268246" cy="3134032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EBEBEB"/>
                </a:solidFill>
              </a:rPr>
              <a:t>CSS GRID</a:t>
            </a:r>
          </a:p>
        </p:txBody>
      </p:sp>
      <p:pic>
        <p:nvPicPr>
          <p:cNvPr id="18" name="Graphic 17" descr="Table">
            <a:extLst>
              <a:ext uri="{FF2B5EF4-FFF2-40B4-BE49-F238E27FC236}">
                <a16:creationId xmlns:a16="http://schemas.microsoft.com/office/drawing/2014/main" id="{66DCED01-79BB-D173-D308-F425FB41D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764" y="1661911"/>
            <a:ext cx="3531062" cy="353106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9019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F7AE9C-9568-391D-5588-F7A361AEC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How to use Grid?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7EED-DE3D-F922-C4EC-E1E12D5B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Make parent and make it display as grid 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.container {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  display: grid;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198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657334-1CEF-0E58-FFBF-E7579AE3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Defining Columns and Rows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21401-7055-04F5-8C41-BA6F43C59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.container 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display: grid;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grid-template-columns: 1fr </a:t>
            </a:r>
            <a:r>
              <a:rPr lang="en-US" dirty="0" err="1">
                <a:solidFill>
                  <a:schemeClr val="tx1"/>
                </a:solidFill>
              </a:rPr>
              <a:t>1fr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1fr</a:t>
            </a:r>
            <a:r>
              <a:rPr lang="en-US" dirty="0">
                <a:solidFill>
                  <a:schemeClr val="tx1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/* 3 equal columns */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For Rows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grid-template-rows: 100px </a:t>
            </a:r>
            <a:r>
              <a:rPr lang="en-US" dirty="0" err="1">
                <a:solidFill>
                  <a:schemeClr val="tx1"/>
                </a:solidFill>
              </a:rPr>
              <a:t>100px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455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666D-C625-E434-D55E-E7BBB927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 1: 3-Column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B1B3-F99A-E2B1-E7D5-BB3079161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305567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&lt;div class="container"&gt;</a:t>
            </a:r>
          </a:p>
          <a:p>
            <a:pPr marL="0" indent="0">
              <a:buNone/>
            </a:pPr>
            <a:r>
              <a:rPr lang="en-US" dirty="0"/>
              <a:t> 	&lt;div class="box"&gt;1&lt;/div&gt;</a:t>
            </a:r>
          </a:p>
          <a:p>
            <a:pPr marL="0" indent="0">
              <a:buNone/>
            </a:pPr>
            <a:r>
              <a:rPr lang="en-US" dirty="0"/>
              <a:t> 	&lt;div class="box"&gt;2&lt;/div&gt;</a:t>
            </a:r>
          </a:p>
          <a:p>
            <a:pPr marL="0" indent="0">
              <a:buNone/>
            </a:pPr>
            <a:r>
              <a:rPr lang="en-US" dirty="0"/>
              <a:t> 	&lt;div class="box"&gt;3&lt;/div&gt;</a:t>
            </a:r>
          </a:p>
          <a:p>
            <a:pPr marL="0" indent="0">
              <a:buNone/>
            </a:pPr>
            <a:r>
              <a:rPr lang="en-US" dirty="0"/>
              <a:t>&lt;/div&gt;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81755C-A7E4-3D2C-E0F8-4D59BC30C760}"/>
              </a:ext>
            </a:extLst>
          </p:cNvPr>
          <p:cNvSpPr txBox="1">
            <a:spLocks/>
          </p:cNvSpPr>
          <p:nvPr/>
        </p:nvSpPr>
        <p:spPr>
          <a:xfrm>
            <a:off x="6664358" y="2603500"/>
            <a:ext cx="3399793" cy="3416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.container {</a:t>
            </a:r>
          </a:p>
          <a:p>
            <a:pPr marL="0" indent="0">
              <a:buNone/>
            </a:pPr>
            <a:r>
              <a:rPr lang="en-US" dirty="0"/>
              <a:t>  display: grid;</a:t>
            </a:r>
          </a:p>
          <a:p>
            <a:pPr marL="0" indent="0">
              <a:buNone/>
            </a:pPr>
            <a:r>
              <a:rPr lang="en-US" dirty="0"/>
              <a:t>  grid-template-columns: repeat(4,1fr);</a:t>
            </a:r>
          </a:p>
          <a:p>
            <a:pPr marL="0" indent="0">
              <a:buNone/>
            </a:pPr>
            <a:r>
              <a:rPr lang="en-US" dirty="0"/>
              <a:t>  gap: 10px;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.box {</a:t>
            </a:r>
          </a:p>
          <a:p>
            <a:pPr marL="0" indent="0">
              <a:buNone/>
            </a:pPr>
            <a:r>
              <a:rPr lang="en-US" dirty="0"/>
              <a:t>  background: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padding: 20px;</a:t>
            </a:r>
          </a:p>
          <a:p>
            <a:pPr marL="0" indent="0">
              <a:buNone/>
            </a:pPr>
            <a:r>
              <a:rPr lang="en-US" dirty="0"/>
              <a:t>  text-align: center;</a:t>
            </a:r>
          </a:p>
          <a:p>
            <a:pPr marL="0" indent="0">
              <a:buNone/>
            </a:pPr>
            <a:r>
              <a:rPr lang="en-US" dirty="0"/>
              <a:t>  font-size: 20px;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62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9ABCA5-147E-FC67-D637-72A2ED5C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GAPS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BEB8E-1578-B635-F577-963B14C20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gap: 20px;</a:t>
            </a:r>
          </a:p>
          <a:p>
            <a:r>
              <a:rPr lang="en-US" dirty="0">
                <a:solidFill>
                  <a:schemeClr val="tx1"/>
                </a:solidFill>
              </a:rPr>
              <a:t>Helps in defining gaps between two containers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608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B30FFD-E43B-4A9A-5482-C2650430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dirty="0" err="1">
                <a:solidFill>
                  <a:schemeClr val="tx1"/>
                </a:solidFill>
              </a:rPr>
              <a:t>Javascript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A8667-7D0F-19B7-040D-B661180B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Javascript</a:t>
            </a:r>
            <a:r>
              <a:rPr lang="en-US" dirty="0">
                <a:solidFill>
                  <a:schemeClr val="tx1"/>
                </a:solidFill>
              </a:rPr>
              <a:t> is the programming language which makes programming interactive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HTML=Structure</a:t>
            </a:r>
          </a:p>
          <a:p>
            <a:r>
              <a:rPr lang="en-US" dirty="0">
                <a:solidFill>
                  <a:schemeClr val="tx1"/>
                </a:solidFill>
              </a:rPr>
              <a:t>CSS=Styling</a:t>
            </a:r>
          </a:p>
          <a:p>
            <a:r>
              <a:rPr lang="en-US" dirty="0" err="1">
                <a:solidFill>
                  <a:schemeClr val="tx1"/>
                </a:solidFill>
              </a:rPr>
              <a:t>Javascript</a:t>
            </a:r>
            <a:r>
              <a:rPr lang="en-US" dirty="0">
                <a:solidFill>
                  <a:schemeClr val="tx1"/>
                </a:solidFill>
              </a:rPr>
              <a:t>=Brain</a:t>
            </a:r>
          </a:p>
        </p:txBody>
      </p:sp>
    </p:spTree>
    <p:extLst>
      <p:ext uri="{BB962C8B-B14F-4D97-AF65-F5344CB8AC3E}">
        <p14:creationId xmlns:p14="http://schemas.microsoft.com/office/powerpoint/2010/main" val="1973432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17B9-6914-F5DC-0FC5-12C92F68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</a:t>
            </a:r>
            <a:r>
              <a:rPr lang="en-US" dirty="0" err="1"/>
              <a:t>Javascript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9FBDF-A617-FE0F-E24D-BA7D87CD0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Browser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HTML file</a:t>
            </a:r>
          </a:p>
        </p:txBody>
      </p:sp>
    </p:spTree>
    <p:extLst>
      <p:ext uri="{BB962C8B-B14F-4D97-AF65-F5344CB8AC3E}">
        <p14:creationId xmlns:p14="http://schemas.microsoft.com/office/powerpoint/2010/main" val="293491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E1A3-D3D3-643B-FE16-2564D422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(let, const, var)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54CB4-20F6-C21D-E803-FA865B2F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=Value can change </a:t>
            </a:r>
          </a:p>
          <a:p>
            <a:r>
              <a:rPr lang="en-US" dirty="0"/>
              <a:t>Const=value cannot change </a:t>
            </a:r>
          </a:p>
          <a:p>
            <a:r>
              <a:rPr lang="en-US" dirty="0"/>
              <a:t>Var=old way </a:t>
            </a:r>
          </a:p>
          <a:p>
            <a:endParaRPr lang="en-US" dirty="0"/>
          </a:p>
          <a:p>
            <a:r>
              <a:rPr lang="en-US" dirty="0"/>
              <a:t>Declaring variable between let and var might result in different scoping problems so we use Let and ignore var</a:t>
            </a:r>
          </a:p>
        </p:txBody>
      </p:sp>
    </p:spTree>
    <p:extLst>
      <p:ext uri="{BB962C8B-B14F-4D97-AF65-F5344CB8AC3E}">
        <p14:creationId xmlns:p14="http://schemas.microsoft.com/office/powerpoint/2010/main" val="294183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E517BB-2679-2AE6-CFF5-05994392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Data Types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07B0CED-1F39-9214-8F79-7E423E4A6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41399" y="1085549"/>
            <a:ext cx="5579707" cy="46869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“” ,’’ text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123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 true or fals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 0 or 1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Undefined let x;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 let y=null;</a:t>
            </a:r>
          </a:p>
        </p:txBody>
      </p:sp>
    </p:spTree>
    <p:extLst>
      <p:ext uri="{BB962C8B-B14F-4D97-AF65-F5344CB8AC3E}">
        <p14:creationId xmlns:p14="http://schemas.microsoft.com/office/powerpoint/2010/main" val="1458257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3191-3561-6C87-2D52-CA7CF901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(SAMPLE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22953-2CB1-7AEB-A589-973ED25C5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age = 18;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(age &gt;= 18) {</a:t>
            </a:r>
          </a:p>
          <a:p>
            <a:pPr marL="0" indent="0">
              <a:buNone/>
            </a:pPr>
            <a:r>
              <a:rPr lang="en-US" dirty="0"/>
              <a:t> console.log("You can vote");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  console.log("Not allowed");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6392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743A-F998-CAE0-7DA0-9747EDE2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4765A-09DE-CE37-F2E4-E90D4B090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  <a:p>
            <a:pPr lvl="1"/>
            <a:r>
              <a:rPr lang="en-US" dirty="0"/>
              <a:t>+, -, *, /, %</a:t>
            </a:r>
          </a:p>
          <a:p>
            <a:r>
              <a:rPr lang="en-US" dirty="0"/>
              <a:t>Comparison Operators</a:t>
            </a:r>
          </a:p>
          <a:p>
            <a:pPr lvl="1"/>
            <a:r>
              <a:rPr lang="en-US" dirty="0"/>
              <a:t>==, ===, !=, &gt;, &lt;, &gt;=</a:t>
            </a:r>
          </a:p>
        </p:txBody>
      </p:sp>
    </p:spTree>
    <p:extLst>
      <p:ext uri="{BB962C8B-B14F-4D97-AF65-F5344CB8AC3E}">
        <p14:creationId xmlns:p14="http://schemas.microsoft.com/office/powerpoint/2010/main" val="30370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29D9-7E78-E264-07D4-2BA69562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E264-BBC3-4B7D-16BE-8FCC71AA9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name = "Adarsh";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name.length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name.toUpperCase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name.toLowerCase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name.slice</a:t>
            </a:r>
            <a:r>
              <a:rPr lang="en-US" dirty="0"/>
              <a:t>(0, 4));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name.replace</a:t>
            </a:r>
            <a:r>
              <a:rPr lang="en-US" dirty="0"/>
              <a:t>("Ad", “</a:t>
            </a:r>
            <a:r>
              <a:rPr lang="en-US" dirty="0" err="1"/>
              <a:t>ada</a:t>
            </a:r>
            <a:r>
              <a:rPr lang="en-US" dirty="0"/>
              <a:t>"));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11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57F6-337D-3AF7-2106-A741D211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99A3B-4327-723A-FE17-B5FFAC512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colors = ["red", "green", "blue"];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colors.push</a:t>
            </a:r>
            <a:r>
              <a:rPr lang="en-US" dirty="0"/>
              <a:t>("yellow");   // add at end</a:t>
            </a:r>
          </a:p>
          <a:p>
            <a:pPr marL="0" indent="0">
              <a:buNone/>
            </a:pPr>
            <a:r>
              <a:rPr lang="en-US" dirty="0" err="1"/>
              <a:t>colors.pop</a:t>
            </a:r>
            <a:r>
              <a:rPr lang="en-US" dirty="0"/>
              <a:t>();            // remove last</a:t>
            </a:r>
          </a:p>
          <a:p>
            <a:pPr marL="0" indent="0">
              <a:buNone/>
            </a:pPr>
            <a:r>
              <a:rPr lang="en-US" dirty="0" err="1"/>
              <a:t>colors.unshift</a:t>
            </a:r>
            <a:r>
              <a:rPr lang="en-US" dirty="0"/>
              <a:t>("pink");  // add at start</a:t>
            </a:r>
          </a:p>
          <a:p>
            <a:pPr marL="0" indent="0">
              <a:buNone/>
            </a:pPr>
            <a:r>
              <a:rPr lang="en-US" dirty="0" err="1"/>
              <a:t>colors.shift</a:t>
            </a:r>
            <a:r>
              <a:rPr lang="en-US" dirty="0"/>
              <a:t>();          // remove first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console.log(colors);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794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CD8D-48B2-BA65-5BF0-F930FF4B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90312-534D-3085-385D-ABEB3C3E5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let marks = 80;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(marks &gt; 90) {</a:t>
            </a:r>
          </a:p>
          <a:p>
            <a:pPr marL="0" indent="0">
              <a:buNone/>
            </a:pPr>
            <a:r>
              <a:rPr lang="en-US" dirty="0"/>
              <a:t>  console.log("A+");</a:t>
            </a:r>
          </a:p>
          <a:p>
            <a:pPr marL="0" indent="0">
              <a:buNone/>
            </a:pPr>
            <a:r>
              <a:rPr lang="en-US" dirty="0"/>
              <a:t>} else if (marks &gt; 75) {</a:t>
            </a:r>
          </a:p>
          <a:p>
            <a:pPr marL="0" indent="0">
              <a:buNone/>
            </a:pPr>
            <a:r>
              <a:rPr lang="en-US" dirty="0"/>
              <a:t>  console.log("A");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  console.log("B");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3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B0C7-CD25-5ACE-482A-781FE5BE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56434-AC8A-7BAD-4BE3-A5DFE93D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/>
              <a:t>for (let i = 1; i &lt;= 5; i++) {</a:t>
            </a:r>
          </a:p>
          <a:p>
            <a:pPr marL="0" indent="0">
              <a:buNone/>
            </a:pPr>
            <a:r>
              <a:rPr lang="nn-NO" dirty="0"/>
              <a:t>  console.log(i);</a:t>
            </a:r>
          </a:p>
          <a:p>
            <a:pPr marL="0" indent="0">
              <a:buNone/>
            </a:pPr>
            <a:r>
              <a:rPr lang="nn-NO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64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126</TotalTime>
  <Words>493</Words>
  <Application>Microsoft Office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Times New Roman</vt:lpstr>
      <vt:lpstr>Wingdings 3</vt:lpstr>
      <vt:lpstr>Ion Boardroom</vt:lpstr>
      <vt:lpstr>CSS GRID</vt:lpstr>
      <vt:lpstr>How to use Grid?</vt:lpstr>
      <vt:lpstr>Defining Columns and Rows</vt:lpstr>
      <vt:lpstr>Simple Example 1: 3-Column Grid</vt:lpstr>
      <vt:lpstr>GAPS</vt:lpstr>
      <vt:lpstr>Javascript</vt:lpstr>
      <vt:lpstr>How To Run Javascript?</vt:lpstr>
      <vt:lpstr>Variables (let, const, var)</vt:lpstr>
      <vt:lpstr>Data Types </vt:lpstr>
      <vt:lpstr>If-Else (SAMPLE EXAMPLE)</vt:lpstr>
      <vt:lpstr>Operators</vt:lpstr>
      <vt:lpstr>Strings</vt:lpstr>
      <vt:lpstr>Arrays</vt:lpstr>
      <vt:lpstr>If Else</vt:lpstr>
      <vt:lpstr>Switch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Rawal</dc:creator>
  <cp:lastModifiedBy>Adarsh Rawal</cp:lastModifiedBy>
  <cp:revision>2</cp:revision>
  <dcterms:created xsi:type="dcterms:W3CDTF">2025-12-02T12:37:47Z</dcterms:created>
  <dcterms:modified xsi:type="dcterms:W3CDTF">2025-12-04T15:40:26Z</dcterms:modified>
</cp:coreProperties>
</file>